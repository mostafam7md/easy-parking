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8.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5" r:id="rId1"/>
    <p:sldMasterId id="2147483769" r:id="rId2"/>
    <p:sldMasterId id="2147483793" r:id="rId3"/>
    <p:sldMasterId id="2147483805" r:id="rId4"/>
    <p:sldMasterId id="2147483818" r:id="rId5"/>
    <p:sldMasterId id="2147483831" r:id="rId6"/>
    <p:sldMasterId id="2147483844" r:id="rId7"/>
    <p:sldMasterId id="2147483857" r:id="rId8"/>
    <p:sldMasterId id="2147483869" r:id="rId9"/>
  </p:sldMasterIdLst>
  <p:notesMasterIdLst>
    <p:notesMasterId r:id="rId30"/>
  </p:notesMasterIdLst>
  <p:sldIdLst>
    <p:sldId id="256" r:id="rId10"/>
    <p:sldId id="263" r:id="rId11"/>
    <p:sldId id="296" r:id="rId12"/>
    <p:sldId id="286" r:id="rId13"/>
    <p:sldId id="259" r:id="rId14"/>
    <p:sldId id="257" r:id="rId15"/>
    <p:sldId id="287" r:id="rId16"/>
    <p:sldId id="268" r:id="rId17"/>
    <p:sldId id="258" r:id="rId18"/>
    <p:sldId id="260" r:id="rId19"/>
    <p:sldId id="292" r:id="rId20"/>
    <p:sldId id="284" r:id="rId21"/>
    <p:sldId id="289" r:id="rId22"/>
    <p:sldId id="288" r:id="rId23"/>
    <p:sldId id="291" r:id="rId24"/>
    <p:sldId id="294" r:id="rId25"/>
    <p:sldId id="293" r:id="rId26"/>
    <p:sldId id="262" r:id="rId27"/>
    <p:sldId id="295" r:id="rId28"/>
    <p:sldId id="278" r:id="rId29"/>
  </p:sldIdLst>
  <p:sldSz cx="9144000" cy="5143500" type="screen16x9"/>
  <p:notesSz cx="6858000" cy="9144000"/>
  <p:defaultTextStyle>
    <a:defPPr>
      <a:defRPr lang="en-US"/>
    </a:defPPr>
    <a:lvl1pPr marL="0" algn="l" defTabSz="912600" rtl="0" eaLnBrk="1" latinLnBrk="0" hangingPunct="1">
      <a:defRPr sz="1800" kern="1200">
        <a:solidFill>
          <a:schemeClr val="tx1"/>
        </a:solidFill>
        <a:latin typeface="+mn-lt"/>
        <a:ea typeface="+mn-ea"/>
        <a:cs typeface="+mn-cs"/>
      </a:defRPr>
    </a:lvl1pPr>
    <a:lvl2pPr marL="456242" algn="l" defTabSz="912600" rtl="0" eaLnBrk="1" latinLnBrk="0" hangingPunct="1">
      <a:defRPr sz="1800" kern="1200">
        <a:solidFill>
          <a:schemeClr val="tx1"/>
        </a:solidFill>
        <a:latin typeface="+mn-lt"/>
        <a:ea typeface="+mn-ea"/>
        <a:cs typeface="+mn-cs"/>
      </a:defRPr>
    </a:lvl2pPr>
    <a:lvl3pPr marL="912600" algn="l" defTabSz="912600" rtl="0" eaLnBrk="1" latinLnBrk="0" hangingPunct="1">
      <a:defRPr sz="1800" kern="1200">
        <a:solidFill>
          <a:schemeClr val="tx1"/>
        </a:solidFill>
        <a:latin typeface="+mn-lt"/>
        <a:ea typeface="+mn-ea"/>
        <a:cs typeface="+mn-cs"/>
      </a:defRPr>
    </a:lvl3pPr>
    <a:lvl4pPr marL="1368880" algn="l" defTabSz="912600" rtl="0" eaLnBrk="1" latinLnBrk="0" hangingPunct="1">
      <a:defRPr sz="1800" kern="1200">
        <a:solidFill>
          <a:schemeClr val="tx1"/>
        </a:solidFill>
        <a:latin typeface="+mn-lt"/>
        <a:ea typeface="+mn-ea"/>
        <a:cs typeface="+mn-cs"/>
      </a:defRPr>
    </a:lvl4pPr>
    <a:lvl5pPr marL="1825199" algn="l" defTabSz="912600" rtl="0" eaLnBrk="1" latinLnBrk="0" hangingPunct="1">
      <a:defRPr sz="1800" kern="1200">
        <a:solidFill>
          <a:schemeClr val="tx1"/>
        </a:solidFill>
        <a:latin typeface="+mn-lt"/>
        <a:ea typeface="+mn-ea"/>
        <a:cs typeface="+mn-cs"/>
      </a:defRPr>
    </a:lvl5pPr>
    <a:lvl6pPr marL="2281440" algn="l" defTabSz="912600" rtl="0" eaLnBrk="1" latinLnBrk="0" hangingPunct="1">
      <a:defRPr sz="1800" kern="1200">
        <a:solidFill>
          <a:schemeClr val="tx1"/>
        </a:solidFill>
        <a:latin typeface="+mn-lt"/>
        <a:ea typeface="+mn-ea"/>
        <a:cs typeface="+mn-cs"/>
      </a:defRPr>
    </a:lvl6pPr>
    <a:lvl7pPr marL="2737682" algn="l" defTabSz="912600" rtl="0" eaLnBrk="1" latinLnBrk="0" hangingPunct="1">
      <a:defRPr sz="1800" kern="1200">
        <a:solidFill>
          <a:schemeClr val="tx1"/>
        </a:solidFill>
        <a:latin typeface="+mn-lt"/>
        <a:ea typeface="+mn-ea"/>
        <a:cs typeface="+mn-cs"/>
      </a:defRPr>
    </a:lvl7pPr>
    <a:lvl8pPr marL="3194006" algn="l" defTabSz="912600" rtl="0" eaLnBrk="1" latinLnBrk="0" hangingPunct="1">
      <a:defRPr sz="1800" kern="1200">
        <a:solidFill>
          <a:schemeClr val="tx1"/>
        </a:solidFill>
        <a:latin typeface="+mn-lt"/>
        <a:ea typeface="+mn-ea"/>
        <a:cs typeface="+mn-cs"/>
      </a:defRPr>
    </a:lvl8pPr>
    <a:lvl9pPr marL="3650306" algn="l" defTabSz="9126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FAE3"/>
    <a:srgbClr val="FFFFFF"/>
    <a:srgbClr val="C0504D"/>
    <a:srgbClr val="66FFFF"/>
    <a:srgbClr val="671110"/>
    <a:srgbClr val="D9D9D9"/>
    <a:srgbClr val="C00000"/>
    <a:srgbClr val="640000"/>
    <a:srgbClr val="0BD6FD"/>
    <a:srgbClr val="4B91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5042" autoAdjust="0"/>
  </p:normalViewPr>
  <p:slideViewPr>
    <p:cSldViewPr>
      <p:cViewPr>
        <p:scale>
          <a:sx n="88" d="100"/>
          <a:sy n="88" d="100"/>
        </p:scale>
        <p:origin x="1358" y="504"/>
      </p:cViewPr>
      <p:guideLst>
        <p:guide orient="horz" pos="1620"/>
        <p:guide pos="2880"/>
      </p:guideLst>
    </p:cSldViewPr>
  </p:slideViewPr>
  <p:notesTextViewPr>
    <p:cViewPr>
      <p:scale>
        <a:sx n="1" d="1"/>
        <a:sy n="1" d="1"/>
      </p:scale>
      <p:origin x="0" y="0"/>
    </p:cViewPr>
  </p:notesTextViewPr>
  <p:sorterViewPr>
    <p:cViewPr>
      <p:scale>
        <a:sx n="100" d="100"/>
        <a:sy n="100" d="100"/>
      </p:scale>
      <p:origin x="0" y="-768"/>
    </p:cViewPr>
  </p:sorter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Master" Target="slideMasters/slideMaster8.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2182852143482065E-2"/>
          <c:y val="6.9919072615923006E-2"/>
          <c:w val="0.89880467360934724"/>
          <c:h val="0.83603549556305456"/>
        </c:manualLayout>
      </c:layout>
      <c:scatterChart>
        <c:scatterStyle val="lineMarker"/>
        <c:varyColors val="0"/>
        <c:ser>
          <c:idx val="0"/>
          <c:order val="0"/>
          <c:spPr>
            <a:ln w="9525" cap="rnd">
              <a:solidFill>
                <a:schemeClr val="accent1"/>
              </a:solidFill>
              <a:round/>
            </a:ln>
            <a:effectLst>
              <a:outerShdw blurRad="40000" dist="23000" dir="5400000" rotWithShape="0">
                <a:srgbClr val="000000">
                  <a:alpha val="35000"/>
                </a:srgbClr>
              </a:outerShdw>
            </a:effectLst>
          </c:spPr>
          <c:marker>
            <c:symbol val="circle"/>
            <c:size val="6"/>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cap="rnd">
                <a:solidFill>
                  <a:schemeClr val="accent1"/>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xVal>
            <c:numRef>
              <c:f>Sheet1!$E$1:$P$1</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xVal>
          <c:yVal>
            <c:numLit>
              <c:formatCode>General</c:formatCode>
              <c:ptCount val="1"/>
              <c:pt idx="0">
                <c:v>1</c:v>
              </c:pt>
            </c:numLit>
          </c:yVal>
          <c:smooth val="0"/>
          <c:extLst>
            <c:ext xmlns:c16="http://schemas.microsoft.com/office/drawing/2014/chart" uri="{C3380CC4-5D6E-409C-BE32-E72D297353CC}">
              <c16:uniqueId val="{00000000-8D08-4DE0-8079-67BA4C244D71}"/>
            </c:ext>
          </c:extLst>
        </c:ser>
        <c:ser>
          <c:idx val="1"/>
          <c:order val="1"/>
          <c:spPr>
            <a:ln w="9525" cap="rnd">
              <a:solidFill>
                <a:schemeClr val="accent2"/>
              </a:solidFill>
              <a:round/>
            </a:ln>
            <a:effectLst>
              <a:outerShdw blurRad="40000" dist="23000" dir="5400000" rotWithShape="0">
                <a:srgbClr val="000000">
                  <a:alpha val="35000"/>
                </a:srgbClr>
              </a:outerShdw>
            </a:effectLst>
          </c:spPr>
          <c:marker>
            <c:symbol val="circle"/>
            <c:size val="6"/>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w="9525" cap="rnd">
                <a:solidFill>
                  <a:schemeClr val="accent2"/>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xVal>
            <c:numRef>
              <c:f>Sheet1!$E$1:$P$1</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xVal>
          <c:yVal>
            <c:numRef>
              <c:f>Sheet1!$E$12:$P$12</c:f>
              <c:numCache>
                <c:formatCode>General</c:formatCode>
                <c:ptCount val="12"/>
                <c:pt idx="0">
                  <c:v>20</c:v>
                </c:pt>
                <c:pt idx="1">
                  <c:v>40</c:v>
                </c:pt>
                <c:pt idx="2">
                  <c:v>60</c:v>
                </c:pt>
                <c:pt idx="3">
                  <c:v>80</c:v>
                </c:pt>
                <c:pt idx="4">
                  <c:v>100</c:v>
                </c:pt>
                <c:pt idx="5">
                  <c:v>162</c:v>
                </c:pt>
                <c:pt idx="6">
                  <c:v>194</c:v>
                </c:pt>
                <c:pt idx="7">
                  <c:v>204</c:v>
                </c:pt>
                <c:pt idx="8">
                  <c:v>214</c:v>
                </c:pt>
                <c:pt idx="9">
                  <c:v>224</c:v>
                </c:pt>
                <c:pt idx="10">
                  <c:v>229</c:v>
                </c:pt>
                <c:pt idx="11">
                  <c:v>234</c:v>
                </c:pt>
              </c:numCache>
            </c:numRef>
          </c:yVal>
          <c:smooth val="0"/>
          <c:extLst>
            <c:ext xmlns:c16="http://schemas.microsoft.com/office/drawing/2014/chart" uri="{C3380CC4-5D6E-409C-BE32-E72D297353CC}">
              <c16:uniqueId val="{00000001-8D08-4DE0-8079-67BA4C244D71}"/>
            </c:ext>
          </c:extLst>
        </c:ser>
        <c:dLbls>
          <c:showLegendKey val="0"/>
          <c:showVal val="0"/>
          <c:showCatName val="0"/>
          <c:showSerName val="0"/>
          <c:showPercent val="0"/>
          <c:showBubbleSize val="0"/>
        </c:dLbls>
        <c:axId val="158187904"/>
        <c:axId val="158189440"/>
      </c:scatterChart>
      <c:valAx>
        <c:axId val="158187904"/>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58189440"/>
        <c:crosses val="autoZero"/>
        <c:crossBetween val="midCat"/>
      </c:valAx>
      <c:valAx>
        <c:axId val="15818944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58187904"/>
        <c:crosses val="autoZero"/>
        <c:crossBetween val="midCat"/>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1197"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1197" kern="1200"/>
  </cs:valueAxis>
  <cs:wall>
    <cs:lnRef idx="0"/>
    <cs:fillRef idx="0"/>
    <cs:effectRef idx="0"/>
    <cs:fontRef idx="minor">
      <a:schemeClr val="tx1"/>
    </cs:fontRef>
  </cs:wall>
</cs:chartStyle>
</file>

<file path=ppt/comments/comment1.xml><?xml version="1.0" encoding="utf-8"?>
<p:cmLst xmlns:a="http://schemas.openxmlformats.org/drawingml/2006/main" xmlns:r="http://schemas.openxmlformats.org/officeDocument/2006/relationships" xmlns:p="http://schemas.openxmlformats.org/presentationml/2006/main">
  <p:cm authorId="2" dt="2021-11-17T12:35:23.912" idx="1">
    <p:pos x="-370" y="238"/>
    <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1-11-17T12:35:23.912" idx="2">
    <p:pos x="-370" y="238"/>
    <p:text/>
    <p:extLst>
      <p:ext uri="{C676402C-5697-4E1C-873F-D02D1690AC5C}">
        <p15:threadingInfo xmlns:p15="http://schemas.microsoft.com/office/powerpoint/2012/main" timeZoneBias="-120"/>
      </p:ext>
    </p:extLst>
  </p:cm>
</p:cmLst>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2F6FDC-7A5C-403D-826E-C877C3DE7E55}" type="doc">
      <dgm:prSet loTypeId="urn:microsoft.com/office/officeart/2005/8/layout/hierarchy1" loCatId="hierarchy" qsTypeId="urn:microsoft.com/office/officeart/2005/8/quickstyle/simple4" qsCatId="simple" csTypeId="urn:microsoft.com/office/officeart/2005/8/colors/accent0_1" csCatId="mainScheme" phldr="1"/>
      <dgm:spPr/>
      <dgm:t>
        <a:bodyPr/>
        <a:lstStyle/>
        <a:p>
          <a:endParaRPr lang="en-US"/>
        </a:p>
      </dgm:t>
    </dgm:pt>
    <dgm:pt modelId="{FAF474ED-AFB4-4EDF-8E72-B0AA67EF66E1}">
      <dgm:prSet phldrT="[Text]" custT="1"/>
      <dgm:spPr/>
      <dgm:t>
        <a:bodyPr/>
        <a:lstStyle/>
        <a:p>
          <a:r>
            <a:rPr lang="en-US" sz="1400" b="1" i="0" u="none" dirty="0"/>
            <a:t>1</a:t>
          </a:r>
        </a:p>
        <a:p>
          <a:r>
            <a:rPr lang="en-US" sz="2000" b="0" i="0" u="none"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EP</a:t>
          </a:r>
        </a:p>
      </dgm:t>
    </dgm:pt>
    <dgm:pt modelId="{A013AAC8-44FC-4A24-81E4-79689554C6D7}" type="parTrans" cxnId="{09BD54DE-8722-4B2D-AA04-C35425EB15C1}">
      <dgm:prSet/>
      <dgm:spPr/>
      <dgm:t>
        <a:bodyPr/>
        <a:lstStyle/>
        <a:p>
          <a:endParaRPr lang="en-US" sz="900" b="1"/>
        </a:p>
      </dgm:t>
    </dgm:pt>
    <dgm:pt modelId="{49682AF0-B61C-4925-B778-91FFC9E4D1E1}" type="sibTrans" cxnId="{09BD54DE-8722-4B2D-AA04-C35425EB15C1}">
      <dgm:prSet/>
      <dgm:spPr/>
      <dgm:t>
        <a:bodyPr/>
        <a:lstStyle/>
        <a:p>
          <a:endParaRPr lang="en-US" sz="900" b="1"/>
        </a:p>
      </dgm:t>
    </dgm:pt>
    <dgm:pt modelId="{BDA97274-2410-4965-9053-5EA7A1F67C91}">
      <dgm:prSet phldrT="[Text]" custT="1"/>
      <dgm:spPr/>
      <dgm:t>
        <a:bodyPr/>
        <a:lstStyle/>
        <a:p>
          <a:r>
            <a:rPr lang="en-US" sz="1100" b="1" dirty="0"/>
            <a:t>1.2</a:t>
          </a:r>
        </a:p>
        <a:p>
          <a:r>
            <a:rPr lang="en-US" sz="1100" b="1" dirty="0"/>
            <a:t>software</a:t>
          </a:r>
        </a:p>
      </dgm:t>
    </dgm:pt>
    <dgm:pt modelId="{A414FBD7-82C6-47A1-BA96-AFCEBD09CFA8}" type="parTrans" cxnId="{935F5844-FEF7-449A-8C2A-D653EA457375}">
      <dgm:prSet/>
      <dgm:spPr/>
      <dgm:t>
        <a:bodyPr/>
        <a:lstStyle/>
        <a:p>
          <a:endParaRPr lang="en-US" sz="900" b="1"/>
        </a:p>
      </dgm:t>
    </dgm:pt>
    <dgm:pt modelId="{0497C4E2-EF03-4DEF-98E2-85468E1921F0}" type="sibTrans" cxnId="{935F5844-FEF7-449A-8C2A-D653EA457375}">
      <dgm:prSet/>
      <dgm:spPr/>
      <dgm:t>
        <a:bodyPr/>
        <a:lstStyle/>
        <a:p>
          <a:endParaRPr lang="en-US" sz="900" b="1"/>
        </a:p>
      </dgm:t>
    </dgm:pt>
    <dgm:pt modelId="{176F5CB4-9B2A-4609-A584-45016B5C6157}">
      <dgm:prSet phldrT="[Text]" custT="1"/>
      <dgm:spPr/>
      <dgm:t>
        <a:bodyPr/>
        <a:lstStyle/>
        <a:p>
          <a:r>
            <a:rPr lang="en-US" sz="1100" b="1" dirty="0"/>
            <a:t>1.2.1</a:t>
          </a:r>
        </a:p>
        <a:p>
          <a:r>
            <a:rPr lang="en-US" sz="1100" b="1" dirty="0"/>
            <a:t>UI design</a:t>
          </a:r>
        </a:p>
      </dgm:t>
    </dgm:pt>
    <dgm:pt modelId="{51DAB0C2-9021-4645-9784-DBBD06ED559D}" type="parTrans" cxnId="{EE6D7EB0-3DBC-4AB2-BB7E-150529024A03}">
      <dgm:prSet/>
      <dgm:spPr/>
      <dgm:t>
        <a:bodyPr/>
        <a:lstStyle/>
        <a:p>
          <a:endParaRPr lang="en-US" sz="900" b="1"/>
        </a:p>
      </dgm:t>
    </dgm:pt>
    <dgm:pt modelId="{3F623229-2BEA-43AA-976E-4A79288B8529}" type="sibTrans" cxnId="{EE6D7EB0-3DBC-4AB2-BB7E-150529024A03}">
      <dgm:prSet/>
      <dgm:spPr/>
      <dgm:t>
        <a:bodyPr/>
        <a:lstStyle/>
        <a:p>
          <a:endParaRPr lang="en-US" sz="900" b="1"/>
        </a:p>
      </dgm:t>
    </dgm:pt>
    <dgm:pt modelId="{169A1D0B-BD43-4365-8E50-69F23FD7998F}">
      <dgm:prSet phldrT="[Text]" custT="1"/>
      <dgm:spPr/>
      <dgm:t>
        <a:bodyPr/>
        <a:lstStyle/>
        <a:p>
          <a:r>
            <a:rPr lang="en-US" sz="1100" b="1" dirty="0"/>
            <a:t>1.2.2</a:t>
          </a:r>
        </a:p>
        <a:p>
          <a:r>
            <a:rPr lang="en-US" sz="1100" b="1" dirty="0"/>
            <a:t>Android app design</a:t>
          </a:r>
        </a:p>
      </dgm:t>
    </dgm:pt>
    <dgm:pt modelId="{8AC619FB-905D-45B7-A5F6-2A11623BE709}" type="parTrans" cxnId="{83CCE58D-2E88-4B04-9B95-6F1571D99051}">
      <dgm:prSet/>
      <dgm:spPr/>
      <dgm:t>
        <a:bodyPr/>
        <a:lstStyle/>
        <a:p>
          <a:endParaRPr lang="en-US" sz="900" b="1"/>
        </a:p>
      </dgm:t>
    </dgm:pt>
    <dgm:pt modelId="{60972017-DF47-444B-9798-7A44BEAC5877}" type="sibTrans" cxnId="{83CCE58D-2E88-4B04-9B95-6F1571D99051}">
      <dgm:prSet/>
      <dgm:spPr/>
      <dgm:t>
        <a:bodyPr/>
        <a:lstStyle/>
        <a:p>
          <a:endParaRPr lang="en-US" sz="900" b="1"/>
        </a:p>
      </dgm:t>
    </dgm:pt>
    <dgm:pt modelId="{D8BE7907-B524-4644-B343-084DEB199A07}">
      <dgm:prSet phldrT="[Text]" custT="1"/>
      <dgm:spPr/>
      <dgm:t>
        <a:bodyPr/>
        <a:lstStyle/>
        <a:p>
          <a:r>
            <a:rPr lang="en-US" sz="1100" b="1" dirty="0"/>
            <a:t>1.4</a:t>
          </a:r>
        </a:p>
        <a:p>
          <a:r>
            <a:rPr lang="en-US" sz="1100" b="1" dirty="0"/>
            <a:t>integration</a:t>
          </a:r>
        </a:p>
      </dgm:t>
    </dgm:pt>
    <dgm:pt modelId="{99CF307B-8C4A-43E5-A7D8-C5CBD2DA44B2}" type="parTrans" cxnId="{853C0FA5-E90B-4BD3-BBDF-13C87D0DDEEC}">
      <dgm:prSet/>
      <dgm:spPr/>
      <dgm:t>
        <a:bodyPr/>
        <a:lstStyle/>
        <a:p>
          <a:endParaRPr lang="en-US" sz="900" b="1"/>
        </a:p>
      </dgm:t>
    </dgm:pt>
    <dgm:pt modelId="{E30F2FE4-CE0D-4301-9321-3618A19041FF}" type="sibTrans" cxnId="{853C0FA5-E90B-4BD3-BBDF-13C87D0DDEEC}">
      <dgm:prSet/>
      <dgm:spPr/>
      <dgm:t>
        <a:bodyPr/>
        <a:lstStyle/>
        <a:p>
          <a:endParaRPr lang="en-US" sz="900" b="1"/>
        </a:p>
      </dgm:t>
    </dgm:pt>
    <dgm:pt modelId="{2D99D9F3-FA8E-465B-8E97-4A07D9B1084E}">
      <dgm:prSet phldrT="[Text]" custT="1"/>
      <dgm:spPr/>
      <dgm:t>
        <a:bodyPr/>
        <a:lstStyle/>
        <a:p>
          <a:r>
            <a:rPr lang="en-US" sz="1100" b="1" dirty="0"/>
            <a:t>1.2.3</a:t>
          </a:r>
        </a:p>
        <a:p>
          <a:r>
            <a:rPr lang="en-US" sz="1100" b="1" dirty="0"/>
            <a:t>Network processing</a:t>
          </a:r>
        </a:p>
      </dgm:t>
    </dgm:pt>
    <dgm:pt modelId="{8AE36EA1-073C-4188-ABBE-1F7A25BE4456}" type="parTrans" cxnId="{4194D063-3DF1-4F29-9A47-F72A61CDC6DF}">
      <dgm:prSet/>
      <dgm:spPr/>
      <dgm:t>
        <a:bodyPr/>
        <a:lstStyle/>
        <a:p>
          <a:endParaRPr lang="en-US" sz="900" b="1"/>
        </a:p>
      </dgm:t>
    </dgm:pt>
    <dgm:pt modelId="{A3E919BF-3BFB-41EA-80CA-D7DF5C8FE393}" type="sibTrans" cxnId="{4194D063-3DF1-4F29-9A47-F72A61CDC6DF}">
      <dgm:prSet/>
      <dgm:spPr/>
      <dgm:t>
        <a:bodyPr/>
        <a:lstStyle/>
        <a:p>
          <a:endParaRPr lang="en-US" sz="900" b="1"/>
        </a:p>
      </dgm:t>
    </dgm:pt>
    <dgm:pt modelId="{4AA8765C-2A3C-453A-B7D2-CAB8BFAE5970}">
      <dgm:prSet phldrT="[Text]" custT="1"/>
      <dgm:spPr/>
      <dgm:t>
        <a:bodyPr/>
        <a:lstStyle/>
        <a:p>
          <a:r>
            <a:rPr lang="en-US" sz="1100" b="1" dirty="0"/>
            <a:t>1.2.4</a:t>
          </a:r>
        </a:p>
        <a:p>
          <a:r>
            <a:rPr lang="en-US" sz="1100" b="1" dirty="0"/>
            <a:t>Test</a:t>
          </a:r>
        </a:p>
      </dgm:t>
    </dgm:pt>
    <dgm:pt modelId="{F3AF242E-5CB1-43AA-B55A-D80A3366354F}" type="parTrans" cxnId="{B0F9FDE8-4504-439A-AAFC-3A8D1570F962}">
      <dgm:prSet/>
      <dgm:spPr/>
      <dgm:t>
        <a:bodyPr/>
        <a:lstStyle/>
        <a:p>
          <a:endParaRPr lang="en-US" sz="900" b="1"/>
        </a:p>
      </dgm:t>
    </dgm:pt>
    <dgm:pt modelId="{58241516-BB90-41CC-8FA8-AFDE6B8A307D}" type="sibTrans" cxnId="{B0F9FDE8-4504-439A-AAFC-3A8D1570F962}">
      <dgm:prSet/>
      <dgm:spPr/>
      <dgm:t>
        <a:bodyPr/>
        <a:lstStyle/>
        <a:p>
          <a:endParaRPr lang="en-US" sz="900" b="1"/>
        </a:p>
      </dgm:t>
    </dgm:pt>
    <dgm:pt modelId="{B7D340D1-B091-4782-9B6C-7B360AAAE958}">
      <dgm:prSet phldrT="[Text]" custT="1"/>
      <dgm:spPr/>
      <dgm:t>
        <a:bodyPr/>
        <a:lstStyle/>
        <a:p>
          <a:r>
            <a:rPr lang="en-US" sz="1100" b="1" dirty="0"/>
            <a:t>1.3</a:t>
          </a:r>
        </a:p>
        <a:p>
          <a:r>
            <a:rPr lang="en-US" sz="1100" b="1" dirty="0"/>
            <a:t>Data Base</a:t>
          </a:r>
        </a:p>
      </dgm:t>
    </dgm:pt>
    <dgm:pt modelId="{9FEF70A4-42C3-49AE-88E6-9D2572388F8E}" type="parTrans" cxnId="{A4AC6EED-CC95-40BD-833E-5A72AD7D127C}">
      <dgm:prSet/>
      <dgm:spPr/>
      <dgm:t>
        <a:bodyPr/>
        <a:lstStyle/>
        <a:p>
          <a:endParaRPr lang="en-US" sz="900" b="1">
            <a:solidFill>
              <a:srgbClr val="D9D9D9"/>
            </a:solidFill>
          </a:endParaRPr>
        </a:p>
      </dgm:t>
    </dgm:pt>
    <dgm:pt modelId="{39D1CD25-AA16-4A2F-AE25-BD746D453013}" type="sibTrans" cxnId="{A4AC6EED-CC95-40BD-833E-5A72AD7D127C}">
      <dgm:prSet/>
      <dgm:spPr/>
      <dgm:t>
        <a:bodyPr/>
        <a:lstStyle/>
        <a:p>
          <a:endParaRPr lang="en-US" sz="900" b="1"/>
        </a:p>
      </dgm:t>
    </dgm:pt>
    <dgm:pt modelId="{63EBC33F-F030-4B7A-9B57-ABAF4C840BC6}">
      <dgm:prSet phldrT="[Text]" custT="1"/>
      <dgm:spPr/>
      <dgm:t>
        <a:bodyPr/>
        <a:lstStyle/>
        <a:p>
          <a:r>
            <a:rPr lang="en-US" sz="1100" b="1" dirty="0"/>
            <a:t>1.3.1</a:t>
          </a:r>
        </a:p>
        <a:p>
          <a:r>
            <a:rPr lang="en-US" sz="1100" b="1" dirty="0"/>
            <a:t>Reserve a server in google cloud</a:t>
          </a:r>
        </a:p>
      </dgm:t>
    </dgm:pt>
    <dgm:pt modelId="{8C76758D-75E3-4442-8011-8DF6FD8F466F}" type="parTrans" cxnId="{EAC93CDE-1205-4824-B505-3894C8A5D4E9}">
      <dgm:prSet/>
      <dgm:spPr/>
      <dgm:t>
        <a:bodyPr/>
        <a:lstStyle/>
        <a:p>
          <a:endParaRPr lang="en-US" sz="900" b="1"/>
        </a:p>
      </dgm:t>
    </dgm:pt>
    <dgm:pt modelId="{31B238E9-EA28-4E33-9059-C81E50EC8E49}" type="sibTrans" cxnId="{EAC93CDE-1205-4824-B505-3894C8A5D4E9}">
      <dgm:prSet/>
      <dgm:spPr/>
      <dgm:t>
        <a:bodyPr/>
        <a:lstStyle/>
        <a:p>
          <a:endParaRPr lang="en-US" sz="900" b="1"/>
        </a:p>
      </dgm:t>
    </dgm:pt>
    <dgm:pt modelId="{B1E20F11-D7D4-42FF-99C5-5FE979084FDE}">
      <dgm:prSet phldrT="[Text]" custT="1"/>
      <dgm:spPr/>
      <dgm:t>
        <a:bodyPr/>
        <a:lstStyle/>
        <a:p>
          <a:r>
            <a:rPr lang="en-US" sz="1000" b="1" dirty="0"/>
            <a:t>1.3.2</a:t>
          </a:r>
        </a:p>
        <a:p>
          <a:r>
            <a:rPr lang="en-US" sz="1000" b="1" dirty="0"/>
            <a:t>gathering information from Zone Traffic Department</a:t>
          </a:r>
        </a:p>
      </dgm:t>
    </dgm:pt>
    <dgm:pt modelId="{7908DB89-648C-4065-85D1-A1D659D4C083}" type="parTrans" cxnId="{6E83C9B2-5689-4D09-87A8-60B17E3DAD4E}">
      <dgm:prSet/>
      <dgm:spPr/>
      <dgm:t>
        <a:bodyPr/>
        <a:lstStyle/>
        <a:p>
          <a:endParaRPr lang="en-US" sz="900" b="1"/>
        </a:p>
      </dgm:t>
    </dgm:pt>
    <dgm:pt modelId="{34AB4EA4-86BE-46B7-8140-E2CEA00F4E7C}" type="sibTrans" cxnId="{6E83C9B2-5689-4D09-87A8-60B17E3DAD4E}">
      <dgm:prSet/>
      <dgm:spPr/>
      <dgm:t>
        <a:bodyPr/>
        <a:lstStyle/>
        <a:p>
          <a:endParaRPr lang="en-US" sz="900" b="1"/>
        </a:p>
      </dgm:t>
    </dgm:pt>
    <dgm:pt modelId="{7EF37033-0A0A-4752-9600-FBE6E703B9AD}">
      <dgm:prSet phldrT="[Text]" custT="1"/>
      <dgm:spPr/>
      <dgm:t>
        <a:bodyPr/>
        <a:lstStyle/>
        <a:p>
          <a:r>
            <a:rPr lang="en-US" sz="1100" b="1" dirty="0"/>
            <a:t>1.1</a:t>
          </a:r>
        </a:p>
        <a:p>
          <a:r>
            <a:rPr lang="en-US" sz="1100" b="1" dirty="0"/>
            <a:t>Permission from shops</a:t>
          </a:r>
        </a:p>
      </dgm:t>
    </dgm:pt>
    <dgm:pt modelId="{8C99E71A-7CA8-47E5-9FF8-7F371E4D62F4}" type="parTrans" cxnId="{F47C40DF-A24A-4ED9-8786-035237F58322}">
      <dgm:prSet/>
      <dgm:spPr/>
      <dgm:t>
        <a:bodyPr/>
        <a:lstStyle/>
        <a:p>
          <a:endParaRPr lang="en-US"/>
        </a:p>
      </dgm:t>
    </dgm:pt>
    <dgm:pt modelId="{05CC9801-649E-44BC-B034-DFCBFB7CB50A}" type="sibTrans" cxnId="{F47C40DF-A24A-4ED9-8786-035237F58322}">
      <dgm:prSet/>
      <dgm:spPr/>
      <dgm:t>
        <a:bodyPr/>
        <a:lstStyle/>
        <a:p>
          <a:endParaRPr lang="en-US"/>
        </a:p>
      </dgm:t>
    </dgm:pt>
    <dgm:pt modelId="{D666525E-0B98-4B54-A410-DE1A66F55458}" type="pres">
      <dgm:prSet presAssocID="{5A2F6FDC-7A5C-403D-826E-C877C3DE7E55}" presName="hierChild1" presStyleCnt="0">
        <dgm:presLayoutVars>
          <dgm:chPref val="1"/>
          <dgm:dir/>
          <dgm:animOne val="branch"/>
          <dgm:animLvl val="lvl"/>
          <dgm:resizeHandles/>
        </dgm:presLayoutVars>
      </dgm:prSet>
      <dgm:spPr/>
    </dgm:pt>
    <dgm:pt modelId="{45C04806-F45E-4B77-B95A-DAE4921AEE5D}" type="pres">
      <dgm:prSet presAssocID="{FAF474ED-AFB4-4EDF-8E72-B0AA67EF66E1}" presName="hierRoot1" presStyleCnt="0"/>
      <dgm:spPr/>
    </dgm:pt>
    <dgm:pt modelId="{AAF7C55C-D35E-4DAE-B484-E38E44F9A307}" type="pres">
      <dgm:prSet presAssocID="{FAF474ED-AFB4-4EDF-8E72-B0AA67EF66E1}" presName="composite" presStyleCnt="0"/>
      <dgm:spPr/>
    </dgm:pt>
    <dgm:pt modelId="{59CE7BA2-D8B3-41CB-BDBA-8187C8E3B4BB}" type="pres">
      <dgm:prSet presAssocID="{FAF474ED-AFB4-4EDF-8E72-B0AA67EF66E1}" presName="background" presStyleLbl="node0" presStyleIdx="0" presStyleCnt="1"/>
      <dgm:spPr/>
    </dgm:pt>
    <dgm:pt modelId="{4EC8C65B-4806-4501-A990-1748107703FB}" type="pres">
      <dgm:prSet presAssocID="{FAF474ED-AFB4-4EDF-8E72-B0AA67EF66E1}" presName="text" presStyleLbl="fgAcc0" presStyleIdx="0" presStyleCnt="1">
        <dgm:presLayoutVars>
          <dgm:chPref val="3"/>
        </dgm:presLayoutVars>
      </dgm:prSet>
      <dgm:spPr/>
    </dgm:pt>
    <dgm:pt modelId="{8F51227E-430E-47A4-A5F2-97CAB4F6A8FC}" type="pres">
      <dgm:prSet presAssocID="{FAF474ED-AFB4-4EDF-8E72-B0AA67EF66E1}" presName="hierChild2" presStyleCnt="0"/>
      <dgm:spPr/>
    </dgm:pt>
    <dgm:pt modelId="{69077979-E695-4FAF-998C-76DB30F9D98E}" type="pres">
      <dgm:prSet presAssocID="{8C99E71A-7CA8-47E5-9FF8-7F371E4D62F4}" presName="Name10" presStyleLbl="parChTrans1D2" presStyleIdx="0" presStyleCnt="4"/>
      <dgm:spPr/>
    </dgm:pt>
    <dgm:pt modelId="{82F81E89-4CED-4208-9B36-949A220D3D72}" type="pres">
      <dgm:prSet presAssocID="{7EF37033-0A0A-4752-9600-FBE6E703B9AD}" presName="hierRoot2" presStyleCnt="0"/>
      <dgm:spPr/>
    </dgm:pt>
    <dgm:pt modelId="{7AD2DA1A-EE8C-4AF1-9B90-CB825FB534BE}" type="pres">
      <dgm:prSet presAssocID="{7EF37033-0A0A-4752-9600-FBE6E703B9AD}" presName="composite2" presStyleCnt="0"/>
      <dgm:spPr/>
    </dgm:pt>
    <dgm:pt modelId="{AF55654F-1844-448D-979A-4E83317CAFF1}" type="pres">
      <dgm:prSet presAssocID="{7EF37033-0A0A-4752-9600-FBE6E703B9AD}" presName="background2" presStyleLbl="node2" presStyleIdx="0" presStyleCnt="4"/>
      <dgm:spPr/>
    </dgm:pt>
    <dgm:pt modelId="{89114E5F-7059-4B6A-94F6-C152BAFF46FF}" type="pres">
      <dgm:prSet presAssocID="{7EF37033-0A0A-4752-9600-FBE6E703B9AD}" presName="text2" presStyleLbl="fgAcc2" presStyleIdx="0" presStyleCnt="4">
        <dgm:presLayoutVars>
          <dgm:chPref val="3"/>
        </dgm:presLayoutVars>
      </dgm:prSet>
      <dgm:spPr/>
    </dgm:pt>
    <dgm:pt modelId="{AE4C124F-852D-4795-828F-3DB23E458EA4}" type="pres">
      <dgm:prSet presAssocID="{7EF37033-0A0A-4752-9600-FBE6E703B9AD}" presName="hierChild3" presStyleCnt="0"/>
      <dgm:spPr/>
    </dgm:pt>
    <dgm:pt modelId="{A0F3397A-8CE8-4FCD-90A6-2FB637767587}" type="pres">
      <dgm:prSet presAssocID="{A414FBD7-82C6-47A1-BA96-AFCEBD09CFA8}" presName="Name10" presStyleLbl="parChTrans1D2" presStyleIdx="1" presStyleCnt="4"/>
      <dgm:spPr/>
    </dgm:pt>
    <dgm:pt modelId="{41E64FEB-1CF0-4370-B723-E6A399EBBF44}" type="pres">
      <dgm:prSet presAssocID="{BDA97274-2410-4965-9053-5EA7A1F67C91}" presName="hierRoot2" presStyleCnt="0"/>
      <dgm:spPr/>
    </dgm:pt>
    <dgm:pt modelId="{B7C21CDE-EC31-42D2-94D6-5B62C67C06E2}" type="pres">
      <dgm:prSet presAssocID="{BDA97274-2410-4965-9053-5EA7A1F67C91}" presName="composite2" presStyleCnt="0"/>
      <dgm:spPr/>
    </dgm:pt>
    <dgm:pt modelId="{A6EE9DBF-B527-4657-9A43-4752470B0030}" type="pres">
      <dgm:prSet presAssocID="{BDA97274-2410-4965-9053-5EA7A1F67C91}" presName="background2" presStyleLbl="node2" presStyleIdx="1" presStyleCnt="4"/>
      <dgm:spPr/>
    </dgm:pt>
    <dgm:pt modelId="{F06FC98D-C278-4C0A-8571-2CBA8C113DBC}" type="pres">
      <dgm:prSet presAssocID="{BDA97274-2410-4965-9053-5EA7A1F67C91}" presName="text2" presStyleLbl="fgAcc2" presStyleIdx="1" presStyleCnt="4">
        <dgm:presLayoutVars>
          <dgm:chPref val="3"/>
        </dgm:presLayoutVars>
      </dgm:prSet>
      <dgm:spPr/>
    </dgm:pt>
    <dgm:pt modelId="{3356899F-CD66-4BE8-BB03-19329231CDE2}" type="pres">
      <dgm:prSet presAssocID="{BDA97274-2410-4965-9053-5EA7A1F67C91}" presName="hierChild3" presStyleCnt="0"/>
      <dgm:spPr/>
    </dgm:pt>
    <dgm:pt modelId="{76F84117-D9B8-48E1-8194-8C0FAFB3F247}" type="pres">
      <dgm:prSet presAssocID="{51DAB0C2-9021-4645-9784-DBBD06ED559D}" presName="Name17" presStyleLbl="parChTrans1D3" presStyleIdx="0" presStyleCnt="6"/>
      <dgm:spPr/>
    </dgm:pt>
    <dgm:pt modelId="{0C0C7305-8DDD-4B10-9D7F-F84C8838318F}" type="pres">
      <dgm:prSet presAssocID="{176F5CB4-9B2A-4609-A584-45016B5C6157}" presName="hierRoot3" presStyleCnt="0"/>
      <dgm:spPr/>
    </dgm:pt>
    <dgm:pt modelId="{D98B38E8-85A2-4F84-B1C8-63E6F8282CBB}" type="pres">
      <dgm:prSet presAssocID="{176F5CB4-9B2A-4609-A584-45016B5C6157}" presName="composite3" presStyleCnt="0"/>
      <dgm:spPr/>
    </dgm:pt>
    <dgm:pt modelId="{DB48FC17-5306-44AE-B7D0-75F203F93C25}" type="pres">
      <dgm:prSet presAssocID="{176F5CB4-9B2A-4609-A584-45016B5C6157}" presName="background3" presStyleLbl="node3" presStyleIdx="0" presStyleCnt="6"/>
      <dgm:spPr/>
    </dgm:pt>
    <dgm:pt modelId="{7E89C91B-56F5-4969-A53B-53FE64D99CF4}" type="pres">
      <dgm:prSet presAssocID="{176F5CB4-9B2A-4609-A584-45016B5C6157}" presName="text3" presStyleLbl="fgAcc3" presStyleIdx="0" presStyleCnt="6" custLinFactNeighborX="1242">
        <dgm:presLayoutVars>
          <dgm:chPref val="3"/>
        </dgm:presLayoutVars>
      </dgm:prSet>
      <dgm:spPr/>
    </dgm:pt>
    <dgm:pt modelId="{36AA1268-3997-4162-A007-55251FAB1459}" type="pres">
      <dgm:prSet presAssocID="{176F5CB4-9B2A-4609-A584-45016B5C6157}" presName="hierChild4" presStyleCnt="0"/>
      <dgm:spPr/>
    </dgm:pt>
    <dgm:pt modelId="{5EAAAF56-68CB-4ED7-A13F-B643AB130AB2}" type="pres">
      <dgm:prSet presAssocID="{8AC619FB-905D-45B7-A5F6-2A11623BE709}" presName="Name17" presStyleLbl="parChTrans1D3" presStyleIdx="1" presStyleCnt="6"/>
      <dgm:spPr/>
    </dgm:pt>
    <dgm:pt modelId="{1C7D4BAF-314F-4900-8B80-CD0C74B22A58}" type="pres">
      <dgm:prSet presAssocID="{169A1D0B-BD43-4365-8E50-69F23FD7998F}" presName="hierRoot3" presStyleCnt="0"/>
      <dgm:spPr/>
    </dgm:pt>
    <dgm:pt modelId="{74FD7428-DEA9-4B38-9CB4-5F70608DE074}" type="pres">
      <dgm:prSet presAssocID="{169A1D0B-BD43-4365-8E50-69F23FD7998F}" presName="composite3" presStyleCnt="0"/>
      <dgm:spPr/>
    </dgm:pt>
    <dgm:pt modelId="{F49530BB-6DDA-440B-9563-715123EABD6C}" type="pres">
      <dgm:prSet presAssocID="{169A1D0B-BD43-4365-8E50-69F23FD7998F}" presName="background3" presStyleLbl="node3" presStyleIdx="1" presStyleCnt="6"/>
      <dgm:spPr/>
    </dgm:pt>
    <dgm:pt modelId="{E85E81DF-D56E-472F-9C17-DB05F322561E}" type="pres">
      <dgm:prSet presAssocID="{169A1D0B-BD43-4365-8E50-69F23FD7998F}" presName="text3" presStyleLbl="fgAcc3" presStyleIdx="1" presStyleCnt="6">
        <dgm:presLayoutVars>
          <dgm:chPref val="3"/>
        </dgm:presLayoutVars>
      </dgm:prSet>
      <dgm:spPr/>
    </dgm:pt>
    <dgm:pt modelId="{0FCE5FD3-7BDA-42EF-A038-F322E8225A2A}" type="pres">
      <dgm:prSet presAssocID="{169A1D0B-BD43-4365-8E50-69F23FD7998F}" presName="hierChild4" presStyleCnt="0"/>
      <dgm:spPr/>
    </dgm:pt>
    <dgm:pt modelId="{9E1D29E2-3ABF-4B3A-8192-8F6DF1E4A0E1}" type="pres">
      <dgm:prSet presAssocID="{8AE36EA1-073C-4188-ABBE-1F7A25BE4456}" presName="Name17" presStyleLbl="parChTrans1D3" presStyleIdx="2" presStyleCnt="6"/>
      <dgm:spPr/>
    </dgm:pt>
    <dgm:pt modelId="{638ECFEF-2D8D-45AB-8AB5-A233D78A985F}" type="pres">
      <dgm:prSet presAssocID="{2D99D9F3-FA8E-465B-8E97-4A07D9B1084E}" presName="hierRoot3" presStyleCnt="0"/>
      <dgm:spPr/>
    </dgm:pt>
    <dgm:pt modelId="{C725148C-B78E-462A-9523-BF6959031992}" type="pres">
      <dgm:prSet presAssocID="{2D99D9F3-FA8E-465B-8E97-4A07D9B1084E}" presName="composite3" presStyleCnt="0"/>
      <dgm:spPr/>
    </dgm:pt>
    <dgm:pt modelId="{FE6B3747-FBD1-4E19-BFC9-8AF9D2651767}" type="pres">
      <dgm:prSet presAssocID="{2D99D9F3-FA8E-465B-8E97-4A07D9B1084E}" presName="background3" presStyleLbl="node3" presStyleIdx="2" presStyleCnt="6"/>
      <dgm:spPr/>
    </dgm:pt>
    <dgm:pt modelId="{5FE156E0-1E89-4418-B1A6-58E3FB243D8D}" type="pres">
      <dgm:prSet presAssocID="{2D99D9F3-FA8E-465B-8E97-4A07D9B1084E}" presName="text3" presStyleLbl="fgAcc3" presStyleIdx="2" presStyleCnt="6">
        <dgm:presLayoutVars>
          <dgm:chPref val="3"/>
        </dgm:presLayoutVars>
      </dgm:prSet>
      <dgm:spPr/>
    </dgm:pt>
    <dgm:pt modelId="{F1CA2712-F78E-4699-995A-236B84B851C2}" type="pres">
      <dgm:prSet presAssocID="{2D99D9F3-FA8E-465B-8E97-4A07D9B1084E}" presName="hierChild4" presStyleCnt="0"/>
      <dgm:spPr/>
    </dgm:pt>
    <dgm:pt modelId="{6A9CFCBC-D985-41C8-8389-46ACB8508213}" type="pres">
      <dgm:prSet presAssocID="{F3AF242E-5CB1-43AA-B55A-D80A3366354F}" presName="Name17" presStyleLbl="parChTrans1D3" presStyleIdx="3" presStyleCnt="6"/>
      <dgm:spPr/>
    </dgm:pt>
    <dgm:pt modelId="{306F71C8-87C7-426D-8C41-687BE58486EA}" type="pres">
      <dgm:prSet presAssocID="{4AA8765C-2A3C-453A-B7D2-CAB8BFAE5970}" presName="hierRoot3" presStyleCnt="0"/>
      <dgm:spPr/>
    </dgm:pt>
    <dgm:pt modelId="{34A72CE9-9D83-4D35-9C52-14FDEF782F35}" type="pres">
      <dgm:prSet presAssocID="{4AA8765C-2A3C-453A-B7D2-CAB8BFAE5970}" presName="composite3" presStyleCnt="0"/>
      <dgm:spPr/>
    </dgm:pt>
    <dgm:pt modelId="{AF42147D-ACB0-4DE4-9AA1-7EBC36F9C8F3}" type="pres">
      <dgm:prSet presAssocID="{4AA8765C-2A3C-453A-B7D2-CAB8BFAE5970}" presName="background3" presStyleLbl="node3" presStyleIdx="3" presStyleCnt="6"/>
      <dgm:spPr/>
    </dgm:pt>
    <dgm:pt modelId="{2F1AF21F-E0E5-40EE-B706-A45374D5B1DB}" type="pres">
      <dgm:prSet presAssocID="{4AA8765C-2A3C-453A-B7D2-CAB8BFAE5970}" presName="text3" presStyleLbl="fgAcc3" presStyleIdx="3" presStyleCnt="6">
        <dgm:presLayoutVars>
          <dgm:chPref val="3"/>
        </dgm:presLayoutVars>
      </dgm:prSet>
      <dgm:spPr/>
    </dgm:pt>
    <dgm:pt modelId="{7DAC1BA1-7881-4B19-8435-01C9A96E658B}" type="pres">
      <dgm:prSet presAssocID="{4AA8765C-2A3C-453A-B7D2-CAB8BFAE5970}" presName="hierChild4" presStyleCnt="0"/>
      <dgm:spPr/>
    </dgm:pt>
    <dgm:pt modelId="{09BFA7EC-1C01-45AC-8D95-4B057B558875}" type="pres">
      <dgm:prSet presAssocID="{99CF307B-8C4A-43E5-A7D8-C5CBD2DA44B2}" presName="Name10" presStyleLbl="parChTrans1D2" presStyleIdx="2" presStyleCnt="4"/>
      <dgm:spPr/>
    </dgm:pt>
    <dgm:pt modelId="{6A3A3B21-74F6-4B22-94F8-37C06EDCDD55}" type="pres">
      <dgm:prSet presAssocID="{D8BE7907-B524-4644-B343-084DEB199A07}" presName="hierRoot2" presStyleCnt="0"/>
      <dgm:spPr/>
    </dgm:pt>
    <dgm:pt modelId="{32FCBA0F-9046-4F7D-8929-94E4640D024B}" type="pres">
      <dgm:prSet presAssocID="{D8BE7907-B524-4644-B343-084DEB199A07}" presName="composite2" presStyleCnt="0"/>
      <dgm:spPr/>
    </dgm:pt>
    <dgm:pt modelId="{EC0B635D-8E7A-4102-8699-0E0C4AFE8A80}" type="pres">
      <dgm:prSet presAssocID="{D8BE7907-B524-4644-B343-084DEB199A07}" presName="background2" presStyleLbl="node2" presStyleIdx="2" presStyleCnt="4"/>
      <dgm:spPr/>
    </dgm:pt>
    <dgm:pt modelId="{4E8021E4-17CB-421F-9E71-6DCD5C832B60}" type="pres">
      <dgm:prSet presAssocID="{D8BE7907-B524-4644-B343-084DEB199A07}" presName="text2" presStyleLbl="fgAcc2" presStyleIdx="2" presStyleCnt="4" custLinFactX="100000" custLinFactNeighborX="184408" custLinFactNeighborY="-8801">
        <dgm:presLayoutVars>
          <dgm:chPref val="3"/>
        </dgm:presLayoutVars>
      </dgm:prSet>
      <dgm:spPr/>
    </dgm:pt>
    <dgm:pt modelId="{C7ED61FA-4EA6-4DFD-B682-3125A9BF2CCF}" type="pres">
      <dgm:prSet presAssocID="{D8BE7907-B524-4644-B343-084DEB199A07}" presName="hierChild3" presStyleCnt="0"/>
      <dgm:spPr/>
    </dgm:pt>
    <dgm:pt modelId="{BAA6EE60-09CD-4FA1-A531-35DA77A40030}" type="pres">
      <dgm:prSet presAssocID="{9FEF70A4-42C3-49AE-88E6-9D2572388F8E}" presName="Name10" presStyleLbl="parChTrans1D2" presStyleIdx="3" presStyleCnt="4"/>
      <dgm:spPr/>
    </dgm:pt>
    <dgm:pt modelId="{235826F2-A0AA-430A-BC72-F87D8827CF36}" type="pres">
      <dgm:prSet presAssocID="{B7D340D1-B091-4782-9B6C-7B360AAAE958}" presName="hierRoot2" presStyleCnt="0"/>
      <dgm:spPr/>
    </dgm:pt>
    <dgm:pt modelId="{B7DF01E3-7E10-49DF-8637-1A31C5C2E119}" type="pres">
      <dgm:prSet presAssocID="{B7D340D1-B091-4782-9B6C-7B360AAAE958}" presName="composite2" presStyleCnt="0"/>
      <dgm:spPr/>
    </dgm:pt>
    <dgm:pt modelId="{5BBE3B85-1AA9-43D9-95E2-D76B3FE8A468}" type="pres">
      <dgm:prSet presAssocID="{B7D340D1-B091-4782-9B6C-7B360AAAE958}" presName="background2" presStyleLbl="node2" presStyleIdx="3" presStyleCnt="4"/>
      <dgm:spPr/>
    </dgm:pt>
    <dgm:pt modelId="{E9D6C407-2A8B-4C09-ADCD-9E2E93BD3770}" type="pres">
      <dgm:prSet presAssocID="{B7D340D1-B091-4782-9B6C-7B360AAAE958}" presName="text2" presStyleLbl="fgAcc2" presStyleIdx="3" presStyleCnt="4" custLinFactX="-23575" custLinFactNeighborX="-100000" custLinFactNeighborY="-6846">
        <dgm:presLayoutVars>
          <dgm:chPref val="3"/>
        </dgm:presLayoutVars>
      </dgm:prSet>
      <dgm:spPr/>
    </dgm:pt>
    <dgm:pt modelId="{DD2D57D8-C1CF-4D24-9D66-89FBE2B2D4A7}" type="pres">
      <dgm:prSet presAssocID="{B7D340D1-B091-4782-9B6C-7B360AAAE958}" presName="hierChild3" presStyleCnt="0"/>
      <dgm:spPr/>
    </dgm:pt>
    <dgm:pt modelId="{0000CD3F-2DFD-4F66-8CEC-DAB0CB663ABC}" type="pres">
      <dgm:prSet presAssocID="{8C76758D-75E3-4442-8011-8DF6FD8F466F}" presName="Name17" presStyleLbl="parChTrans1D3" presStyleIdx="4" presStyleCnt="6"/>
      <dgm:spPr/>
    </dgm:pt>
    <dgm:pt modelId="{19E3C79D-B863-495C-A82B-6AA169E7BEDE}" type="pres">
      <dgm:prSet presAssocID="{63EBC33F-F030-4B7A-9B57-ABAF4C840BC6}" presName="hierRoot3" presStyleCnt="0"/>
      <dgm:spPr/>
    </dgm:pt>
    <dgm:pt modelId="{1091E07F-2522-4EEE-B0FA-079D34DBD84A}" type="pres">
      <dgm:prSet presAssocID="{63EBC33F-F030-4B7A-9B57-ABAF4C840BC6}" presName="composite3" presStyleCnt="0"/>
      <dgm:spPr/>
    </dgm:pt>
    <dgm:pt modelId="{C0FB2699-A2D3-4DEC-93B2-F0BC17943ED4}" type="pres">
      <dgm:prSet presAssocID="{63EBC33F-F030-4B7A-9B57-ABAF4C840BC6}" presName="background3" presStyleLbl="node3" presStyleIdx="4" presStyleCnt="6"/>
      <dgm:spPr/>
    </dgm:pt>
    <dgm:pt modelId="{4515A36E-480B-437B-99F8-A50BD41839F4}" type="pres">
      <dgm:prSet presAssocID="{63EBC33F-F030-4B7A-9B57-ABAF4C840BC6}" presName="text3" presStyleLbl="fgAcc3" presStyleIdx="4" presStyleCnt="6">
        <dgm:presLayoutVars>
          <dgm:chPref val="3"/>
        </dgm:presLayoutVars>
      </dgm:prSet>
      <dgm:spPr/>
    </dgm:pt>
    <dgm:pt modelId="{3AC0D0B0-C2D6-4C80-BA25-A6E6ACB0B2B2}" type="pres">
      <dgm:prSet presAssocID="{63EBC33F-F030-4B7A-9B57-ABAF4C840BC6}" presName="hierChild4" presStyleCnt="0"/>
      <dgm:spPr/>
    </dgm:pt>
    <dgm:pt modelId="{56D8A4D1-7C93-42A6-ADE7-D47AC9E337F1}" type="pres">
      <dgm:prSet presAssocID="{7908DB89-648C-4065-85D1-A1D659D4C083}" presName="Name17" presStyleLbl="parChTrans1D3" presStyleIdx="5" presStyleCnt="6"/>
      <dgm:spPr/>
    </dgm:pt>
    <dgm:pt modelId="{EA1F9D58-23E0-4B86-BF73-DBF7D1DF5ADB}" type="pres">
      <dgm:prSet presAssocID="{B1E20F11-D7D4-42FF-99C5-5FE979084FDE}" presName="hierRoot3" presStyleCnt="0"/>
      <dgm:spPr/>
    </dgm:pt>
    <dgm:pt modelId="{A9ADC4D7-4F7E-4B90-B9D8-9DDA2B46C1CD}" type="pres">
      <dgm:prSet presAssocID="{B1E20F11-D7D4-42FF-99C5-5FE979084FDE}" presName="composite3" presStyleCnt="0"/>
      <dgm:spPr/>
    </dgm:pt>
    <dgm:pt modelId="{ADF4C438-3845-4356-9A61-5367CF40FDC4}" type="pres">
      <dgm:prSet presAssocID="{B1E20F11-D7D4-42FF-99C5-5FE979084FDE}" presName="background3" presStyleLbl="node3" presStyleIdx="5" presStyleCnt="6"/>
      <dgm:spPr/>
    </dgm:pt>
    <dgm:pt modelId="{D5BEFCE7-07E5-462E-A724-A1302CF074A4}" type="pres">
      <dgm:prSet presAssocID="{B1E20F11-D7D4-42FF-99C5-5FE979084FDE}" presName="text3" presStyleLbl="fgAcc3" presStyleIdx="5" presStyleCnt="6" custScaleX="116534" custScaleY="111833">
        <dgm:presLayoutVars>
          <dgm:chPref val="3"/>
        </dgm:presLayoutVars>
      </dgm:prSet>
      <dgm:spPr/>
    </dgm:pt>
    <dgm:pt modelId="{3019F11E-F9F3-4115-BB75-A30200AA26BF}" type="pres">
      <dgm:prSet presAssocID="{B1E20F11-D7D4-42FF-99C5-5FE979084FDE}" presName="hierChild4" presStyleCnt="0"/>
      <dgm:spPr/>
    </dgm:pt>
  </dgm:ptLst>
  <dgm:cxnLst>
    <dgm:cxn modelId="{3363BA1B-582F-4532-8CAA-2B76D39B65FC}" type="presOf" srcId="{169A1D0B-BD43-4365-8E50-69F23FD7998F}" destId="{E85E81DF-D56E-472F-9C17-DB05F322561E}" srcOrd="0" destOrd="0" presId="urn:microsoft.com/office/officeart/2005/8/layout/hierarchy1"/>
    <dgm:cxn modelId="{F79E3325-6C16-4A9D-9F0E-39903557A0F3}" type="presOf" srcId="{7908DB89-648C-4065-85D1-A1D659D4C083}" destId="{56D8A4D1-7C93-42A6-ADE7-D47AC9E337F1}" srcOrd="0" destOrd="0" presId="urn:microsoft.com/office/officeart/2005/8/layout/hierarchy1"/>
    <dgm:cxn modelId="{45874625-08B5-4075-8FEB-DDAD8EC1EC75}" type="presOf" srcId="{99CF307B-8C4A-43E5-A7D8-C5CBD2DA44B2}" destId="{09BFA7EC-1C01-45AC-8D95-4B057B558875}" srcOrd="0" destOrd="0" presId="urn:microsoft.com/office/officeart/2005/8/layout/hierarchy1"/>
    <dgm:cxn modelId="{2D28D72B-0CF0-4240-AB19-8E39DFE3B72C}" type="presOf" srcId="{7EF37033-0A0A-4752-9600-FBE6E703B9AD}" destId="{89114E5F-7059-4B6A-94F6-C152BAFF46FF}" srcOrd="0" destOrd="0" presId="urn:microsoft.com/office/officeart/2005/8/layout/hierarchy1"/>
    <dgm:cxn modelId="{F9E3043F-13B9-4B71-8518-CACC45365EE1}" type="presOf" srcId="{63EBC33F-F030-4B7A-9B57-ABAF4C840BC6}" destId="{4515A36E-480B-437B-99F8-A50BD41839F4}" srcOrd="0" destOrd="0" presId="urn:microsoft.com/office/officeart/2005/8/layout/hierarchy1"/>
    <dgm:cxn modelId="{4194D063-3DF1-4F29-9A47-F72A61CDC6DF}" srcId="{BDA97274-2410-4965-9053-5EA7A1F67C91}" destId="{2D99D9F3-FA8E-465B-8E97-4A07D9B1084E}" srcOrd="2" destOrd="0" parTransId="{8AE36EA1-073C-4188-ABBE-1F7A25BE4456}" sibTransId="{A3E919BF-3BFB-41EA-80CA-D7DF5C8FE393}"/>
    <dgm:cxn modelId="{935F5844-FEF7-449A-8C2A-D653EA457375}" srcId="{FAF474ED-AFB4-4EDF-8E72-B0AA67EF66E1}" destId="{BDA97274-2410-4965-9053-5EA7A1F67C91}" srcOrd="1" destOrd="0" parTransId="{A414FBD7-82C6-47A1-BA96-AFCEBD09CFA8}" sibTransId="{0497C4E2-EF03-4DEF-98E2-85468E1921F0}"/>
    <dgm:cxn modelId="{FABEAF72-AB7E-4A24-91F5-C411259574CC}" type="presOf" srcId="{D8BE7907-B524-4644-B343-084DEB199A07}" destId="{4E8021E4-17CB-421F-9E71-6DCD5C832B60}" srcOrd="0" destOrd="0" presId="urn:microsoft.com/office/officeart/2005/8/layout/hierarchy1"/>
    <dgm:cxn modelId="{7E2F795A-612D-45CE-A013-2A6184043ED6}" type="presOf" srcId="{4AA8765C-2A3C-453A-B7D2-CAB8BFAE5970}" destId="{2F1AF21F-E0E5-40EE-B706-A45374D5B1DB}" srcOrd="0" destOrd="0" presId="urn:microsoft.com/office/officeart/2005/8/layout/hierarchy1"/>
    <dgm:cxn modelId="{03AFE783-3202-4858-840B-A6206CF1049C}" type="presOf" srcId="{B1E20F11-D7D4-42FF-99C5-5FE979084FDE}" destId="{D5BEFCE7-07E5-462E-A724-A1302CF074A4}" srcOrd="0" destOrd="0" presId="urn:microsoft.com/office/officeart/2005/8/layout/hierarchy1"/>
    <dgm:cxn modelId="{EEDA4A85-17D3-4680-9DDC-7A684CB865BE}" type="presOf" srcId="{F3AF242E-5CB1-43AA-B55A-D80A3366354F}" destId="{6A9CFCBC-D985-41C8-8389-46ACB8508213}" srcOrd="0" destOrd="0" presId="urn:microsoft.com/office/officeart/2005/8/layout/hierarchy1"/>
    <dgm:cxn modelId="{C6A1E686-EB1D-42E2-A9D2-4FD9B11F1FEF}" type="presOf" srcId="{8C99E71A-7CA8-47E5-9FF8-7F371E4D62F4}" destId="{69077979-E695-4FAF-998C-76DB30F9D98E}" srcOrd="0" destOrd="0" presId="urn:microsoft.com/office/officeart/2005/8/layout/hierarchy1"/>
    <dgm:cxn modelId="{45E92B8B-C675-4929-81A7-7F55F1973FFA}" type="presOf" srcId="{2D99D9F3-FA8E-465B-8E97-4A07D9B1084E}" destId="{5FE156E0-1E89-4418-B1A6-58E3FB243D8D}" srcOrd="0" destOrd="0" presId="urn:microsoft.com/office/officeart/2005/8/layout/hierarchy1"/>
    <dgm:cxn modelId="{83CCE58D-2E88-4B04-9B95-6F1571D99051}" srcId="{BDA97274-2410-4965-9053-5EA7A1F67C91}" destId="{169A1D0B-BD43-4365-8E50-69F23FD7998F}" srcOrd="1" destOrd="0" parTransId="{8AC619FB-905D-45B7-A5F6-2A11623BE709}" sibTransId="{60972017-DF47-444B-9798-7A44BEAC5877}"/>
    <dgm:cxn modelId="{B5C36398-5173-45AD-9B62-9C4E11749304}" type="presOf" srcId="{51DAB0C2-9021-4645-9784-DBBD06ED559D}" destId="{76F84117-D9B8-48E1-8194-8C0FAFB3F247}" srcOrd="0" destOrd="0" presId="urn:microsoft.com/office/officeart/2005/8/layout/hierarchy1"/>
    <dgm:cxn modelId="{853C0FA5-E90B-4BD3-BBDF-13C87D0DDEEC}" srcId="{FAF474ED-AFB4-4EDF-8E72-B0AA67EF66E1}" destId="{D8BE7907-B524-4644-B343-084DEB199A07}" srcOrd="2" destOrd="0" parTransId="{99CF307B-8C4A-43E5-A7D8-C5CBD2DA44B2}" sibTransId="{E30F2FE4-CE0D-4301-9321-3618A19041FF}"/>
    <dgm:cxn modelId="{4BB11EAF-E846-4693-9689-C4BA8C583FF1}" type="presOf" srcId="{8C76758D-75E3-4442-8011-8DF6FD8F466F}" destId="{0000CD3F-2DFD-4F66-8CEC-DAB0CB663ABC}" srcOrd="0" destOrd="0" presId="urn:microsoft.com/office/officeart/2005/8/layout/hierarchy1"/>
    <dgm:cxn modelId="{EE6D7EB0-3DBC-4AB2-BB7E-150529024A03}" srcId="{BDA97274-2410-4965-9053-5EA7A1F67C91}" destId="{176F5CB4-9B2A-4609-A584-45016B5C6157}" srcOrd="0" destOrd="0" parTransId="{51DAB0C2-9021-4645-9784-DBBD06ED559D}" sibTransId="{3F623229-2BEA-43AA-976E-4A79288B8529}"/>
    <dgm:cxn modelId="{6E83C9B2-5689-4D09-87A8-60B17E3DAD4E}" srcId="{B7D340D1-B091-4782-9B6C-7B360AAAE958}" destId="{B1E20F11-D7D4-42FF-99C5-5FE979084FDE}" srcOrd="1" destOrd="0" parTransId="{7908DB89-648C-4065-85D1-A1D659D4C083}" sibTransId="{34AB4EA4-86BE-46B7-8140-E2CEA00F4E7C}"/>
    <dgm:cxn modelId="{BC5305BD-1BA8-4D9A-9D6C-457A72B60D45}" type="presOf" srcId="{8AC619FB-905D-45B7-A5F6-2A11623BE709}" destId="{5EAAAF56-68CB-4ED7-A13F-B643AB130AB2}" srcOrd="0" destOrd="0" presId="urn:microsoft.com/office/officeart/2005/8/layout/hierarchy1"/>
    <dgm:cxn modelId="{EF61DCC5-4BE5-4CB9-80B8-F64ECA364CCC}" type="presOf" srcId="{5A2F6FDC-7A5C-403D-826E-C877C3DE7E55}" destId="{D666525E-0B98-4B54-A410-DE1A66F55458}" srcOrd="0" destOrd="0" presId="urn:microsoft.com/office/officeart/2005/8/layout/hierarchy1"/>
    <dgm:cxn modelId="{572EA2C8-2FD3-4810-ADF8-95F163ECAB1D}" type="presOf" srcId="{176F5CB4-9B2A-4609-A584-45016B5C6157}" destId="{7E89C91B-56F5-4969-A53B-53FE64D99CF4}" srcOrd="0" destOrd="0" presId="urn:microsoft.com/office/officeart/2005/8/layout/hierarchy1"/>
    <dgm:cxn modelId="{89B02BCA-A5E8-4B8A-A553-0B6851EACF36}" type="presOf" srcId="{9FEF70A4-42C3-49AE-88E6-9D2572388F8E}" destId="{BAA6EE60-09CD-4FA1-A531-35DA77A40030}" srcOrd="0" destOrd="0" presId="urn:microsoft.com/office/officeart/2005/8/layout/hierarchy1"/>
    <dgm:cxn modelId="{E2C5EAD0-71F8-4486-8254-E4193B866273}" type="presOf" srcId="{A414FBD7-82C6-47A1-BA96-AFCEBD09CFA8}" destId="{A0F3397A-8CE8-4FCD-90A6-2FB637767587}" srcOrd="0" destOrd="0" presId="urn:microsoft.com/office/officeart/2005/8/layout/hierarchy1"/>
    <dgm:cxn modelId="{AEB1D0D1-6BBD-4468-AED3-B2BB90A77C0A}" type="presOf" srcId="{FAF474ED-AFB4-4EDF-8E72-B0AA67EF66E1}" destId="{4EC8C65B-4806-4501-A990-1748107703FB}" srcOrd="0" destOrd="0" presId="urn:microsoft.com/office/officeart/2005/8/layout/hierarchy1"/>
    <dgm:cxn modelId="{DE8DF5D4-1246-4DED-8783-8BCB23C1352E}" type="presOf" srcId="{8AE36EA1-073C-4188-ABBE-1F7A25BE4456}" destId="{9E1D29E2-3ABF-4B3A-8192-8F6DF1E4A0E1}" srcOrd="0" destOrd="0" presId="urn:microsoft.com/office/officeart/2005/8/layout/hierarchy1"/>
    <dgm:cxn modelId="{EAC93CDE-1205-4824-B505-3894C8A5D4E9}" srcId="{B7D340D1-B091-4782-9B6C-7B360AAAE958}" destId="{63EBC33F-F030-4B7A-9B57-ABAF4C840BC6}" srcOrd="0" destOrd="0" parTransId="{8C76758D-75E3-4442-8011-8DF6FD8F466F}" sibTransId="{31B238E9-EA28-4E33-9059-C81E50EC8E49}"/>
    <dgm:cxn modelId="{09BD54DE-8722-4B2D-AA04-C35425EB15C1}" srcId="{5A2F6FDC-7A5C-403D-826E-C877C3DE7E55}" destId="{FAF474ED-AFB4-4EDF-8E72-B0AA67EF66E1}" srcOrd="0" destOrd="0" parTransId="{A013AAC8-44FC-4A24-81E4-79689554C6D7}" sibTransId="{49682AF0-B61C-4925-B778-91FFC9E4D1E1}"/>
    <dgm:cxn modelId="{F47C40DF-A24A-4ED9-8786-035237F58322}" srcId="{FAF474ED-AFB4-4EDF-8E72-B0AA67EF66E1}" destId="{7EF37033-0A0A-4752-9600-FBE6E703B9AD}" srcOrd="0" destOrd="0" parTransId="{8C99E71A-7CA8-47E5-9FF8-7F371E4D62F4}" sibTransId="{05CC9801-649E-44BC-B034-DFCBFB7CB50A}"/>
    <dgm:cxn modelId="{B0F9FDE8-4504-439A-AAFC-3A8D1570F962}" srcId="{BDA97274-2410-4965-9053-5EA7A1F67C91}" destId="{4AA8765C-2A3C-453A-B7D2-CAB8BFAE5970}" srcOrd="3" destOrd="0" parTransId="{F3AF242E-5CB1-43AA-B55A-D80A3366354F}" sibTransId="{58241516-BB90-41CC-8FA8-AFDE6B8A307D}"/>
    <dgm:cxn modelId="{A4AC6EED-CC95-40BD-833E-5A72AD7D127C}" srcId="{FAF474ED-AFB4-4EDF-8E72-B0AA67EF66E1}" destId="{B7D340D1-B091-4782-9B6C-7B360AAAE958}" srcOrd="3" destOrd="0" parTransId="{9FEF70A4-42C3-49AE-88E6-9D2572388F8E}" sibTransId="{39D1CD25-AA16-4A2F-AE25-BD746D453013}"/>
    <dgm:cxn modelId="{05D101F6-21E8-45B0-95E0-4ABBBA680CAB}" type="presOf" srcId="{B7D340D1-B091-4782-9B6C-7B360AAAE958}" destId="{E9D6C407-2A8B-4C09-ADCD-9E2E93BD3770}" srcOrd="0" destOrd="0" presId="urn:microsoft.com/office/officeart/2005/8/layout/hierarchy1"/>
    <dgm:cxn modelId="{AA23CCFD-3BD3-4F96-B9D0-6A829FE5717A}" type="presOf" srcId="{BDA97274-2410-4965-9053-5EA7A1F67C91}" destId="{F06FC98D-C278-4C0A-8571-2CBA8C113DBC}" srcOrd="0" destOrd="0" presId="urn:microsoft.com/office/officeart/2005/8/layout/hierarchy1"/>
    <dgm:cxn modelId="{3AD7AF1D-D29B-4C11-847A-39FA6F043FA3}" type="presParOf" srcId="{D666525E-0B98-4B54-A410-DE1A66F55458}" destId="{45C04806-F45E-4B77-B95A-DAE4921AEE5D}" srcOrd="0" destOrd="0" presId="urn:microsoft.com/office/officeart/2005/8/layout/hierarchy1"/>
    <dgm:cxn modelId="{5E06969D-8019-414E-B282-0AD5A96CE49B}" type="presParOf" srcId="{45C04806-F45E-4B77-B95A-DAE4921AEE5D}" destId="{AAF7C55C-D35E-4DAE-B484-E38E44F9A307}" srcOrd="0" destOrd="0" presId="urn:microsoft.com/office/officeart/2005/8/layout/hierarchy1"/>
    <dgm:cxn modelId="{38CF8A35-54C5-4AB4-82F9-CFFA8DF8AFA4}" type="presParOf" srcId="{AAF7C55C-D35E-4DAE-B484-E38E44F9A307}" destId="{59CE7BA2-D8B3-41CB-BDBA-8187C8E3B4BB}" srcOrd="0" destOrd="0" presId="urn:microsoft.com/office/officeart/2005/8/layout/hierarchy1"/>
    <dgm:cxn modelId="{79972FDB-7425-4A54-B5F4-6410AB6DE1A0}" type="presParOf" srcId="{AAF7C55C-D35E-4DAE-B484-E38E44F9A307}" destId="{4EC8C65B-4806-4501-A990-1748107703FB}" srcOrd="1" destOrd="0" presId="urn:microsoft.com/office/officeart/2005/8/layout/hierarchy1"/>
    <dgm:cxn modelId="{18F5CFE4-7750-47DF-80EC-9935D29C239D}" type="presParOf" srcId="{45C04806-F45E-4B77-B95A-DAE4921AEE5D}" destId="{8F51227E-430E-47A4-A5F2-97CAB4F6A8FC}" srcOrd="1" destOrd="0" presId="urn:microsoft.com/office/officeart/2005/8/layout/hierarchy1"/>
    <dgm:cxn modelId="{A5C3FDFD-21C6-473C-A7CB-231B58B64103}" type="presParOf" srcId="{8F51227E-430E-47A4-A5F2-97CAB4F6A8FC}" destId="{69077979-E695-4FAF-998C-76DB30F9D98E}" srcOrd="0" destOrd="0" presId="urn:microsoft.com/office/officeart/2005/8/layout/hierarchy1"/>
    <dgm:cxn modelId="{33C2CC92-573D-420C-A6DD-82C324A9BA88}" type="presParOf" srcId="{8F51227E-430E-47A4-A5F2-97CAB4F6A8FC}" destId="{82F81E89-4CED-4208-9B36-949A220D3D72}" srcOrd="1" destOrd="0" presId="urn:microsoft.com/office/officeart/2005/8/layout/hierarchy1"/>
    <dgm:cxn modelId="{F1A595AF-58FF-4388-A842-2394F2B59619}" type="presParOf" srcId="{82F81E89-4CED-4208-9B36-949A220D3D72}" destId="{7AD2DA1A-EE8C-4AF1-9B90-CB825FB534BE}" srcOrd="0" destOrd="0" presId="urn:microsoft.com/office/officeart/2005/8/layout/hierarchy1"/>
    <dgm:cxn modelId="{6943299C-B736-4A99-8403-EF0333E312B0}" type="presParOf" srcId="{7AD2DA1A-EE8C-4AF1-9B90-CB825FB534BE}" destId="{AF55654F-1844-448D-979A-4E83317CAFF1}" srcOrd="0" destOrd="0" presId="urn:microsoft.com/office/officeart/2005/8/layout/hierarchy1"/>
    <dgm:cxn modelId="{1B90B21F-4CD1-4C94-AEC0-EA0A21DB9F99}" type="presParOf" srcId="{7AD2DA1A-EE8C-4AF1-9B90-CB825FB534BE}" destId="{89114E5F-7059-4B6A-94F6-C152BAFF46FF}" srcOrd="1" destOrd="0" presId="urn:microsoft.com/office/officeart/2005/8/layout/hierarchy1"/>
    <dgm:cxn modelId="{C191BD9E-ED9A-4251-A32A-A96BA184FA2F}" type="presParOf" srcId="{82F81E89-4CED-4208-9B36-949A220D3D72}" destId="{AE4C124F-852D-4795-828F-3DB23E458EA4}" srcOrd="1" destOrd="0" presId="urn:microsoft.com/office/officeart/2005/8/layout/hierarchy1"/>
    <dgm:cxn modelId="{635112D3-FC9E-42C1-A409-2BFC320E2800}" type="presParOf" srcId="{8F51227E-430E-47A4-A5F2-97CAB4F6A8FC}" destId="{A0F3397A-8CE8-4FCD-90A6-2FB637767587}" srcOrd="2" destOrd="0" presId="urn:microsoft.com/office/officeart/2005/8/layout/hierarchy1"/>
    <dgm:cxn modelId="{E62D8AAA-6A71-42B2-9436-A33D11582A5D}" type="presParOf" srcId="{8F51227E-430E-47A4-A5F2-97CAB4F6A8FC}" destId="{41E64FEB-1CF0-4370-B723-E6A399EBBF44}" srcOrd="3" destOrd="0" presId="urn:microsoft.com/office/officeart/2005/8/layout/hierarchy1"/>
    <dgm:cxn modelId="{6CF1AACF-A153-4151-A4E2-1F3D43F09FB5}" type="presParOf" srcId="{41E64FEB-1CF0-4370-B723-E6A399EBBF44}" destId="{B7C21CDE-EC31-42D2-94D6-5B62C67C06E2}" srcOrd="0" destOrd="0" presId="urn:microsoft.com/office/officeart/2005/8/layout/hierarchy1"/>
    <dgm:cxn modelId="{409AC9FA-DB91-4766-9B24-B647D39E27A1}" type="presParOf" srcId="{B7C21CDE-EC31-42D2-94D6-5B62C67C06E2}" destId="{A6EE9DBF-B527-4657-9A43-4752470B0030}" srcOrd="0" destOrd="0" presId="urn:microsoft.com/office/officeart/2005/8/layout/hierarchy1"/>
    <dgm:cxn modelId="{5B337EFF-6C54-48E4-9C65-0D02E08C9508}" type="presParOf" srcId="{B7C21CDE-EC31-42D2-94D6-5B62C67C06E2}" destId="{F06FC98D-C278-4C0A-8571-2CBA8C113DBC}" srcOrd="1" destOrd="0" presId="urn:microsoft.com/office/officeart/2005/8/layout/hierarchy1"/>
    <dgm:cxn modelId="{29CABF11-A15C-4509-AD84-A756DE89453D}" type="presParOf" srcId="{41E64FEB-1CF0-4370-B723-E6A399EBBF44}" destId="{3356899F-CD66-4BE8-BB03-19329231CDE2}" srcOrd="1" destOrd="0" presId="urn:microsoft.com/office/officeart/2005/8/layout/hierarchy1"/>
    <dgm:cxn modelId="{771D27E0-6554-4F56-9580-9BF1DE1C9A35}" type="presParOf" srcId="{3356899F-CD66-4BE8-BB03-19329231CDE2}" destId="{76F84117-D9B8-48E1-8194-8C0FAFB3F247}" srcOrd="0" destOrd="0" presId="urn:microsoft.com/office/officeart/2005/8/layout/hierarchy1"/>
    <dgm:cxn modelId="{2CD813CC-9F3B-4427-8ECE-55D25471043D}" type="presParOf" srcId="{3356899F-CD66-4BE8-BB03-19329231CDE2}" destId="{0C0C7305-8DDD-4B10-9D7F-F84C8838318F}" srcOrd="1" destOrd="0" presId="urn:microsoft.com/office/officeart/2005/8/layout/hierarchy1"/>
    <dgm:cxn modelId="{749A2462-F823-44BB-B290-A9DFFC359AC5}" type="presParOf" srcId="{0C0C7305-8DDD-4B10-9D7F-F84C8838318F}" destId="{D98B38E8-85A2-4F84-B1C8-63E6F8282CBB}" srcOrd="0" destOrd="0" presId="urn:microsoft.com/office/officeart/2005/8/layout/hierarchy1"/>
    <dgm:cxn modelId="{9199B2A6-545C-475D-B8AF-C69903578286}" type="presParOf" srcId="{D98B38E8-85A2-4F84-B1C8-63E6F8282CBB}" destId="{DB48FC17-5306-44AE-B7D0-75F203F93C25}" srcOrd="0" destOrd="0" presId="urn:microsoft.com/office/officeart/2005/8/layout/hierarchy1"/>
    <dgm:cxn modelId="{9E970CA7-5343-4C0E-9F14-C3FEAACD96CA}" type="presParOf" srcId="{D98B38E8-85A2-4F84-B1C8-63E6F8282CBB}" destId="{7E89C91B-56F5-4969-A53B-53FE64D99CF4}" srcOrd="1" destOrd="0" presId="urn:microsoft.com/office/officeart/2005/8/layout/hierarchy1"/>
    <dgm:cxn modelId="{C85AC76D-539F-45B9-B165-F06FD2238005}" type="presParOf" srcId="{0C0C7305-8DDD-4B10-9D7F-F84C8838318F}" destId="{36AA1268-3997-4162-A007-55251FAB1459}" srcOrd="1" destOrd="0" presId="urn:microsoft.com/office/officeart/2005/8/layout/hierarchy1"/>
    <dgm:cxn modelId="{37898E96-DDAA-498E-AF2F-B207386FFD0C}" type="presParOf" srcId="{3356899F-CD66-4BE8-BB03-19329231CDE2}" destId="{5EAAAF56-68CB-4ED7-A13F-B643AB130AB2}" srcOrd="2" destOrd="0" presId="urn:microsoft.com/office/officeart/2005/8/layout/hierarchy1"/>
    <dgm:cxn modelId="{37FA2568-96EB-4882-9118-7D6BCC5777C1}" type="presParOf" srcId="{3356899F-CD66-4BE8-BB03-19329231CDE2}" destId="{1C7D4BAF-314F-4900-8B80-CD0C74B22A58}" srcOrd="3" destOrd="0" presId="urn:microsoft.com/office/officeart/2005/8/layout/hierarchy1"/>
    <dgm:cxn modelId="{EE690243-BD3B-4128-B2CF-28C4641539E5}" type="presParOf" srcId="{1C7D4BAF-314F-4900-8B80-CD0C74B22A58}" destId="{74FD7428-DEA9-4B38-9CB4-5F70608DE074}" srcOrd="0" destOrd="0" presId="urn:microsoft.com/office/officeart/2005/8/layout/hierarchy1"/>
    <dgm:cxn modelId="{E04EE8B1-E6FA-4CB5-BF61-A6E7281D0C6D}" type="presParOf" srcId="{74FD7428-DEA9-4B38-9CB4-5F70608DE074}" destId="{F49530BB-6DDA-440B-9563-715123EABD6C}" srcOrd="0" destOrd="0" presId="urn:microsoft.com/office/officeart/2005/8/layout/hierarchy1"/>
    <dgm:cxn modelId="{2E9BBF2D-5649-4D6C-83BD-AC51190CAA33}" type="presParOf" srcId="{74FD7428-DEA9-4B38-9CB4-5F70608DE074}" destId="{E85E81DF-D56E-472F-9C17-DB05F322561E}" srcOrd="1" destOrd="0" presId="urn:microsoft.com/office/officeart/2005/8/layout/hierarchy1"/>
    <dgm:cxn modelId="{055D6005-6688-4066-9059-9DC4DB79456F}" type="presParOf" srcId="{1C7D4BAF-314F-4900-8B80-CD0C74B22A58}" destId="{0FCE5FD3-7BDA-42EF-A038-F322E8225A2A}" srcOrd="1" destOrd="0" presId="urn:microsoft.com/office/officeart/2005/8/layout/hierarchy1"/>
    <dgm:cxn modelId="{E73AF945-C06E-469D-BFA4-A1CE9277692B}" type="presParOf" srcId="{3356899F-CD66-4BE8-BB03-19329231CDE2}" destId="{9E1D29E2-3ABF-4B3A-8192-8F6DF1E4A0E1}" srcOrd="4" destOrd="0" presId="urn:microsoft.com/office/officeart/2005/8/layout/hierarchy1"/>
    <dgm:cxn modelId="{5F33C2FA-3436-4C0F-BBC4-F9F652E837FB}" type="presParOf" srcId="{3356899F-CD66-4BE8-BB03-19329231CDE2}" destId="{638ECFEF-2D8D-45AB-8AB5-A233D78A985F}" srcOrd="5" destOrd="0" presId="urn:microsoft.com/office/officeart/2005/8/layout/hierarchy1"/>
    <dgm:cxn modelId="{775B5063-F2C9-4B5F-9ED0-4C3FB36CF7FF}" type="presParOf" srcId="{638ECFEF-2D8D-45AB-8AB5-A233D78A985F}" destId="{C725148C-B78E-462A-9523-BF6959031992}" srcOrd="0" destOrd="0" presId="urn:microsoft.com/office/officeart/2005/8/layout/hierarchy1"/>
    <dgm:cxn modelId="{138F76DF-E13E-46F0-BF11-A9BD946AB0E9}" type="presParOf" srcId="{C725148C-B78E-462A-9523-BF6959031992}" destId="{FE6B3747-FBD1-4E19-BFC9-8AF9D2651767}" srcOrd="0" destOrd="0" presId="urn:microsoft.com/office/officeart/2005/8/layout/hierarchy1"/>
    <dgm:cxn modelId="{EB52A03A-1FC9-431D-AB6B-A84AE4315AD3}" type="presParOf" srcId="{C725148C-B78E-462A-9523-BF6959031992}" destId="{5FE156E0-1E89-4418-B1A6-58E3FB243D8D}" srcOrd="1" destOrd="0" presId="urn:microsoft.com/office/officeart/2005/8/layout/hierarchy1"/>
    <dgm:cxn modelId="{21F8E838-2114-4E4D-9B6A-C79AB84FD6B5}" type="presParOf" srcId="{638ECFEF-2D8D-45AB-8AB5-A233D78A985F}" destId="{F1CA2712-F78E-4699-995A-236B84B851C2}" srcOrd="1" destOrd="0" presId="urn:microsoft.com/office/officeart/2005/8/layout/hierarchy1"/>
    <dgm:cxn modelId="{8707CEA4-C28F-44BD-8D0E-291D91DC4A9C}" type="presParOf" srcId="{3356899F-CD66-4BE8-BB03-19329231CDE2}" destId="{6A9CFCBC-D985-41C8-8389-46ACB8508213}" srcOrd="6" destOrd="0" presId="urn:microsoft.com/office/officeart/2005/8/layout/hierarchy1"/>
    <dgm:cxn modelId="{C74B6583-8854-43EB-A094-F18CAB1D21EB}" type="presParOf" srcId="{3356899F-CD66-4BE8-BB03-19329231CDE2}" destId="{306F71C8-87C7-426D-8C41-687BE58486EA}" srcOrd="7" destOrd="0" presId="urn:microsoft.com/office/officeart/2005/8/layout/hierarchy1"/>
    <dgm:cxn modelId="{9B324EAF-8BA8-4CE8-A1C2-F58EABBD5213}" type="presParOf" srcId="{306F71C8-87C7-426D-8C41-687BE58486EA}" destId="{34A72CE9-9D83-4D35-9C52-14FDEF782F35}" srcOrd="0" destOrd="0" presId="urn:microsoft.com/office/officeart/2005/8/layout/hierarchy1"/>
    <dgm:cxn modelId="{ADE5966C-125F-4EDC-A016-104E99951C0A}" type="presParOf" srcId="{34A72CE9-9D83-4D35-9C52-14FDEF782F35}" destId="{AF42147D-ACB0-4DE4-9AA1-7EBC36F9C8F3}" srcOrd="0" destOrd="0" presId="urn:microsoft.com/office/officeart/2005/8/layout/hierarchy1"/>
    <dgm:cxn modelId="{0BAF9870-E444-4984-932D-51562A9A4AAB}" type="presParOf" srcId="{34A72CE9-9D83-4D35-9C52-14FDEF782F35}" destId="{2F1AF21F-E0E5-40EE-B706-A45374D5B1DB}" srcOrd="1" destOrd="0" presId="urn:microsoft.com/office/officeart/2005/8/layout/hierarchy1"/>
    <dgm:cxn modelId="{F2B9E7BC-606C-4361-A014-01E368DA6856}" type="presParOf" srcId="{306F71C8-87C7-426D-8C41-687BE58486EA}" destId="{7DAC1BA1-7881-4B19-8435-01C9A96E658B}" srcOrd="1" destOrd="0" presId="urn:microsoft.com/office/officeart/2005/8/layout/hierarchy1"/>
    <dgm:cxn modelId="{962AF4D6-8963-45E5-A786-861D25750A95}" type="presParOf" srcId="{8F51227E-430E-47A4-A5F2-97CAB4F6A8FC}" destId="{09BFA7EC-1C01-45AC-8D95-4B057B558875}" srcOrd="4" destOrd="0" presId="urn:microsoft.com/office/officeart/2005/8/layout/hierarchy1"/>
    <dgm:cxn modelId="{0505B420-56A3-4167-B86F-E67DC2A6DA5E}" type="presParOf" srcId="{8F51227E-430E-47A4-A5F2-97CAB4F6A8FC}" destId="{6A3A3B21-74F6-4B22-94F8-37C06EDCDD55}" srcOrd="5" destOrd="0" presId="urn:microsoft.com/office/officeart/2005/8/layout/hierarchy1"/>
    <dgm:cxn modelId="{3950422D-E91A-49AF-B64D-9B15D299831A}" type="presParOf" srcId="{6A3A3B21-74F6-4B22-94F8-37C06EDCDD55}" destId="{32FCBA0F-9046-4F7D-8929-94E4640D024B}" srcOrd="0" destOrd="0" presId="urn:microsoft.com/office/officeart/2005/8/layout/hierarchy1"/>
    <dgm:cxn modelId="{33E74D28-140C-434B-9EF1-0E9A3E69FB39}" type="presParOf" srcId="{32FCBA0F-9046-4F7D-8929-94E4640D024B}" destId="{EC0B635D-8E7A-4102-8699-0E0C4AFE8A80}" srcOrd="0" destOrd="0" presId="urn:microsoft.com/office/officeart/2005/8/layout/hierarchy1"/>
    <dgm:cxn modelId="{B6EEFE32-742C-4E30-94E8-73CBEA86E7C0}" type="presParOf" srcId="{32FCBA0F-9046-4F7D-8929-94E4640D024B}" destId="{4E8021E4-17CB-421F-9E71-6DCD5C832B60}" srcOrd="1" destOrd="0" presId="urn:microsoft.com/office/officeart/2005/8/layout/hierarchy1"/>
    <dgm:cxn modelId="{177BC07F-27A9-4A02-B575-DF39DE0C78E8}" type="presParOf" srcId="{6A3A3B21-74F6-4B22-94F8-37C06EDCDD55}" destId="{C7ED61FA-4EA6-4DFD-B682-3125A9BF2CCF}" srcOrd="1" destOrd="0" presId="urn:microsoft.com/office/officeart/2005/8/layout/hierarchy1"/>
    <dgm:cxn modelId="{BF3191B8-F535-4D79-A737-6E55232E83AF}" type="presParOf" srcId="{8F51227E-430E-47A4-A5F2-97CAB4F6A8FC}" destId="{BAA6EE60-09CD-4FA1-A531-35DA77A40030}" srcOrd="6" destOrd="0" presId="urn:microsoft.com/office/officeart/2005/8/layout/hierarchy1"/>
    <dgm:cxn modelId="{A5D7618C-E7E3-4B77-A92C-49FD7CB9CF80}" type="presParOf" srcId="{8F51227E-430E-47A4-A5F2-97CAB4F6A8FC}" destId="{235826F2-A0AA-430A-BC72-F87D8827CF36}" srcOrd="7" destOrd="0" presId="urn:microsoft.com/office/officeart/2005/8/layout/hierarchy1"/>
    <dgm:cxn modelId="{EF89150D-3E19-4B37-B703-8C0962E114A2}" type="presParOf" srcId="{235826F2-A0AA-430A-BC72-F87D8827CF36}" destId="{B7DF01E3-7E10-49DF-8637-1A31C5C2E119}" srcOrd="0" destOrd="0" presId="urn:microsoft.com/office/officeart/2005/8/layout/hierarchy1"/>
    <dgm:cxn modelId="{33EB0C50-BD7C-4827-8E0C-5515C6ECE2F5}" type="presParOf" srcId="{B7DF01E3-7E10-49DF-8637-1A31C5C2E119}" destId="{5BBE3B85-1AA9-43D9-95E2-D76B3FE8A468}" srcOrd="0" destOrd="0" presId="urn:microsoft.com/office/officeart/2005/8/layout/hierarchy1"/>
    <dgm:cxn modelId="{77BDF515-23D0-4434-8992-F5C1282EE761}" type="presParOf" srcId="{B7DF01E3-7E10-49DF-8637-1A31C5C2E119}" destId="{E9D6C407-2A8B-4C09-ADCD-9E2E93BD3770}" srcOrd="1" destOrd="0" presId="urn:microsoft.com/office/officeart/2005/8/layout/hierarchy1"/>
    <dgm:cxn modelId="{5E651E07-426F-470A-A59A-4107AD963473}" type="presParOf" srcId="{235826F2-A0AA-430A-BC72-F87D8827CF36}" destId="{DD2D57D8-C1CF-4D24-9D66-89FBE2B2D4A7}" srcOrd="1" destOrd="0" presId="urn:microsoft.com/office/officeart/2005/8/layout/hierarchy1"/>
    <dgm:cxn modelId="{9768A1F5-7ED1-492A-B5CA-8A1E7C1E7FFB}" type="presParOf" srcId="{DD2D57D8-C1CF-4D24-9D66-89FBE2B2D4A7}" destId="{0000CD3F-2DFD-4F66-8CEC-DAB0CB663ABC}" srcOrd="0" destOrd="0" presId="urn:microsoft.com/office/officeart/2005/8/layout/hierarchy1"/>
    <dgm:cxn modelId="{8056BE81-B2AC-4C19-A54A-C8024E7C88AB}" type="presParOf" srcId="{DD2D57D8-C1CF-4D24-9D66-89FBE2B2D4A7}" destId="{19E3C79D-B863-495C-A82B-6AA169E7BEDE}" srcOrd="1" destOrd="0" presId="urn:microsoft.com/office/officeart/2005/8/layout/hierarchy1"/>
    <dgm:cxn modelId="{CA3091CC-5ECC-4D1E-B8AC-FBB73F4F1720}" type="presParOf" srcId="{19E3C79D-B863-495C-A82B-6AA169E7BEDE}" destId="{1091E07F-2522-4EEE-B0FA-079D34DBD84A}" srcOrd="0" destOrd="0" presId="urn:microsoft.com/office/officeart/2005/8/layout/hierarchy1"/>
    <dgm:cxn modelId="{2D0B416F-CAA4-4E6D-B708-120320F29AE1}" type="presParOf" srcId="{1091E07F-2522-4EEE-B0FA-079D34DBD84A}" destId="{C0FB2699-A2D3-4DEC-93B2-F0BC17943ED4}" srcOrd="0" destOrd="0" presId="urn:microsoft.com/office/officeart/2005/8/layout/hierarchy1"/>
    <dgm:cxn modelId="{B14BBE34-7B83-4ECB-9BFE-B8FADE3FAE33}" type="presParOf" srcId="{1091E07F-2522-4EEE-B0FA-079D34DBD84A}" destId="{4515A36E-480B-437B-99F8-A50BD41839F4}" srcOrd="1" destOrd="0" presId="urn:microsoft.com/office/officeart/2005/8/layout/hierarchy1"/>
    <dgm:cxn modelId="{0B72AEFF-1476-4058-AF9A-F73260ECAC0F}" type="presParOf" srcId="{19E3C79D-B863-495C-A82B-6AA169E7BEDE}" destId="{3AC0D0B0-C2D6-4C80-BA25-A6E6ACB0B2B2}" srcOrd="1" destOrd="0" presId="urn:microsoft.com/office/officeart/2005/8/layout/hierarchy1"/>
    <dgm:cxn modelId="{F33B5D0D-CACF-4BAB-A70E-11E41C671353}" type="presParOf" srcId="{DD2D57D8-C1CF-4D24-9D66-89FBE2B2D4A7}" destId="{56D8A4D1-7C93-42A6-ADE7-D47AC9E337F1}" srcOrd="2" destOrd="0" presId="urn:microsoft.com/office/officeart/2005/8/layout/hierarchy1"/>
    <dgm:cxn modelId="{4C98F16C-A5FC-4960-855C-5B87E49F3F9F}" type="presParOf" srcId="{DD2D57D8-C1CF-4D24-9D66-89FBE2B2D4A7}" destId="{EA1F9D58-23E0-4B86-BF73-DBF7D1DF5ADB}" srcOrd="3" destOrd="0" presId="urn:microsoft.com/office/officeart/2005/8/layout/hierarchy1"/>
    <dgm:cxn modelId="{D79DF271-7189-4E2E-830A-87834E477F3F}" type="presParOf" srcId="{EA1F9D58-23E0-4B86-BF73-DBF7D1DF5ADB}" destId="{A9ADC4D7-4F7E-4B90-B9D8-9DDA2B46C1CD}" srcOrd="0" destOrd="0" presId="urn:microsoft.com/office/officeart/2005/8/layout/hierarchy1"/>
    <dgm:cxn modelId="{F7EC1ECB-9646-4C6D-9163-D1072EBC2E97}" type="presParOf" srcId="{A9ADC4D7-4F7E-4B90-B9D8-9DDA2B46C1CD}" destId="{ADF4C438-3845-4356-9A61-5367CF40FDC4}" srcOrd="0" destOrd="0" presId="urn:microsoft.com/office/officeart/2005/8/layout/hierarchy1"/>
    <dgm:cxn modelId="{A7495821-51B0-4C76-8C3C-958F48356BD1}" type="presParOf" srcId="{A9ADC4D7-4F7E-4B90-B9D8-9DDA2B46C1CD}" destId="{D5BEFCE7-07E5-462E-A724-A1302CF074A4}" srcOrd="1" destOrd="0" presId="urn:microsoft.com/office/officeart/2005/8/layout/hierarchy1"/>
    <dgm:cxn modelId="{FBC03113-38C2-4C8D-B840-B661A11EB41E}" type="presParOf" srcId="{EA1F9D58-23E0-4B86-BF73-DBF7D1DF5ADB}" destId="{3019F11E-F9F3-4115-BB75-A30200AA26B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8A4D1-7C93-42A6-ADE7-D47AC9E337F1}">
      <dsp:nvSpPr>
        <dsp:cNvPr id="0" name=""/>
        <dsp:cNvSpPr/>
      </dsp:nvSpPr>
      <dsp:spPr>
        <a:xfrm>
          <a:off x="5410074" y="1939415"/>
          <a:ext cx="2061315" cy="373124"/>
        </a:xfrm>
        <a:custGeom>
          <a:avLst/>
          <a:gdLst/>
          <a:ahLst/>
          <a:cxnLst/>
          <a:rect l="0" t="0" r="0" b="0"/>
          <a:pathLst>
            <a:path>
              <a:moveTo>
                <a:pt x="0" y="0"/>
              </a:moveTo>
              <a:lnTo>
                <a:pt x="0" y="269728"/>
              </a:lnTo>
              <a:lnTo>
                <a:pt x="2061315" y="269728"/>
              </a:lnTo>
              <a:lnTo>
                <a:pt x="2061315" y="37312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000CD3F-2DFD-4F66-8CEC-DAB0CB663ABC}">
      <dsp:nvSpPr>
        <dsp:cNvPr id="0" name=""/>
        <dsp:cNvSpPr/>
      </dsp:nvSpPr>
      <dsp:spPr>
        <a:xfrm>
          <a:off x="5410074" y="1939415"/>
          <a:ext cx="604901" cy="373124"/>
        </a:xfrm>
        <a:custGeom>
          <a:avLst/>
          <a:gdLst/>
          <a:ahLst/>
          <a:cxnLst/>
          <a:rect l="0" t="0" r="0" b="0"/>
          <a:pathLst>
            <a:path>
              <a:moveTo>
                <a:pt x="0" y="0"/>
              </a:moveTo>
              <a:lnTo>
                <a:pt x="0" y="269728"/>
              </a:lnTo>
              <a:lnTo>
                <a:pt x="604901" y="269728"/>
              </a:lnTo>
              <a:lnTo>
                <a:pt x="604901" y="37312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A6EE60-09CD-4FA1-A531-35DA77A40030}">
      <dsp:nvSpPr>
        <dsp:cNvPr id="0" name=""/>
        <dsp:cNvSpPr/>
      </dsp:nvSpPr>
      <dsp:spPr>
        <a:xfrm>
          <a:off x="4014893" y="954595"/>
          <a:ext cx="1395180" cy="276084"/>
        </a:xfrm>
        <a:custGeom>
          <a:avLst/>
          <a:gdLst/>
          <a:ahLst/>
          <a:cxnLst/>
          <a:rect l="0" t="0" r="0" b="0"/>
          <a:pathLst>
            <a:path>
              <a:moveTo>
                <a:pt x="0" y="0"/>
              </a:moveTo>
              <a:lnTo>
                <a:pt x="0" y="172688"/>
              </a:lnTo>
              <a:lnTo>
                <a:pt x="1395180" y="172688"/>
              </a:lnTo>
              <a:lnTo>
                <a:pt x="1395180" y="276084"/>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9BFA7EC-1C01-45AC-8D95-4B057B558875}">
      <dsp:nvSpPr>
        <dsp:cNvPr id="0" name=""/>
        <dsp:cNvSpPr/>
      </dsp:nvSpPr>
      <dsp:spPr>
        <a:xfrm>
          <a:off x="4014893" y="954595"/>
          <a:ext cx="3128195" cy="262228"/>
        </a:xfrm>
        <a:custGeom>
          <a:avLst/>
          <a:gdLst/>
          <a:ahLst/>
          <a:cxnLst/>
          <a:rect l="0" t="0" r="0" b="0"/>
          <a:pathLst>
            <a:path>
              <a:moveTo>
                <a:pt x="0" y="0"/>
              </a:moveTo>
              <a:lnTo>
                <a:pt x="0" y="158832"/>
              </a:lnTo>
              <a:lnTo>
                <a:pt x="3128195" y="158832"/>
              </a:lnTo>
              <a:lnTo>
                <a:pt x="3128195" y="262228"/>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A9CFCBC-D985-41C8-8389-46ACB8508213}">
      <dsp:nvSpPr>
        <dsp:cNvPr id="0" name=""/>
        <dsp:cNvSpPr/>
      </dsp:nvSpPr>
      <dsp:spPr>
        <a:xfrm>
          <a:off x="2604614" y="1987935"/>
          <a:ext cx="2046217" cy="324604"/>
        </a:xfrm>
        <a:custGeom>
          <a:avLst/>
          <a:gdLst/>
          <a:ahLst/>
          <a:cxnLst/>
          <a:rect l="0" t="0" r="0" b="0"/>
          <a:pathLst>
            <a:path>
              <a:moveTo>
                <a:pt x="0" y="0"/>
              </a:moveTo>
              <a:lnTo>
                <a:pt x="0" y="221208"/>
              </a:lnTo>
              <a:lnTo>
                <a:pt x="2046217" y="221208"/>
              </a:lnTo>
              <a:lnTo>
                <a:pt x="2046217" y="32460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E1D29E2-3ABF-4B3A-8192-8F6DF1E4A0E1}">
      <dsp:nvSpPr>
        <dsp:cNvPr id="0" name=""/>
        <dsp:cNvSpPr/>
      </dsp:nvSpPr>
      <dsp:spPr>
        <a:xfrm>
          <a:off x="2604614" y="1987935"/>
          <a:ext cx="682072" cy="324604"/>
        </a:xfrm>
        <a:custGeom>
          <a:avLst/>
          <a:gdLst/>
          <a:ahLst/>
          <a:cxnLst/>
          <a:rect l="0" t="0" r="0" b="0"/>
          <a:pathLst>
            <a:path>
              <a:moveTo>
                <a:pt x="0" y="0"/>
              </a:moveTo>
              <a:lnTo>
                <a:pt x="0" y="221208"/>
              </a:lnTo>
              <a:lnTo>
                <a:pt x="682072" y="221208"/>
              </a:lnTo>
              <a:lnTo>
                <a:pt x="682072" y="32460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EAAAF56-68CB-4ED7-A13F-B643AB130AB2}">
      <dsp:nvSpPr>
        <dsp:cNvPr id="0" name=""/>
        <dsp:cNvSpPr/>
      </dsp:nvSpPr>
      <dsp:spPr>
        <a:xfrm>
          <a:off x="1922541" y="1987935"/>
          <a:ext cx="682072" cy="324604"/>
        </a:xfrm>
        <a:custGeom>
          <a:avLst/>
          <a:gdLst/>
          <a:ahLst/>
          <a:cxnLst/>
          <a:rect l="0" t="0" r="0" b="0"/>
          <a:pathLst>
            <a:path>
              <a:moveTo>
                <a:pt x="682072" y="0"/>
              </a:moveTo>
              <a:lnTo>
                <a:pt x="682072" y="221208"/>
              </a:lnTo>
              <a:lnTo>
                <a:pt x="0" y="221208"/>
              </a:lnTo>
              <a:lnTo>
                <a:pt x="0" y="32460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F84117-D9B8-48E1-8194-8C0FAFB3F247}">
      <dsp:nvSpPr>
        <dsp:cNvPr id="0" name=""/>
        <dsp:cNvSpPr/>
      </dsp:nvSpPr>
      <dsp:spPr>
        <a:xfrm>
          <a:off x="572259" y="1987935"/>
          <a:ext cx="2032354" cy="324604"/>
        </a:xfrm>
        <a:custGeom>
          <a:avLst/>
          <a:gdLst/>
          <a:ahLst/>
          <a:cxnLst/>
          <a:rect l="0" t="0" r="0" b="0"/>
          <a:pathLst>
            <a:path>
              <a:moveTo>
                <a:pt x="2032354" y="0"/>
              </a:moveTo>
              <a:lnTo>
                <a:pt x="2032354" y="221208"/>
              </a:lnTo>
              <a:lnTo>
                <a:pt x="0" y="221208"/>
              </a:lnTo>
              <a:lnTo>
                <a:pt x="0" y="324604"/>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0F3397A-8CE8-4FCD-90A6-2FB637767587}">
      <dsp:nvSpPr>
        <dsp:cNvPr id="0" name=""/>
        <dsp:cNvSpPr/>
      </dsp:nvSpPr>
      <dsp:spPr>
        <a:xfrm>
          <a:off x="2604614" y="954595"/>
          <a:ext cx="1410279" cy="324604"/>
        </a:xfrm>
        <a:custGeom>
          <a:avLst/>
          <a:gdLst/>
          <a:ahLst/>
          <a:cxnLst/>
          <a:rect l="0" t="0" r="0" b="0"/>
          <a:pathLst>
            <a:path>
              <a:moveTo>
                <a:pt x="1410279" y="0"/>
              </a:moveTo>
              <a:lnTo>
                <a:pt x="1410279" y="221208"/>
              </a:lnTo>
              <a:lnTo>
                <a:pt x="0" y="221208"/>
              </a:lnTo>
              <a:lnTo>
                <a:pt x="0" y="324604"/>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9077979-E695-4FAF-998C-76DB30F9D98E}">
      <dsp:nvSpPr>
        <dsp:cNvPr id="0" name=""/>
        <dsp:cNvSpPr/>
      </dsp:nvSpPr>
      <dsp:spPr>
        <a:xfrm>
          <a:off x="1240469" y="954595"/>
          <a:ext cx="2774424" cy="324604"/>
        </a:xfrm>
        <a:custGeom>
          <a:avLst/>
          <a:gdLst/>
          <a:ahLst/>
          <a:cxnLst/>
          <a:rect l="0" t="0" r="0" b="0"/>
          <a:pathLst>
            <a:path>
              <a:moveTo>
                <a:pt x="2774424" y="0"/>
              </a:moveTo>
              <a:lnTo>
                <a:pt x="2774424" y="221208"/>
              </a:lnTo>
              <a:lnTo>
                <a:pt x="0" y="221208"/>
              </a:lnTo>
              <a:lnTo>
                <a:pt x="0" y="324604"/>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9CE7BA2-D8B3-41CB-BDBA-8187C8E3B4BB}">
      <dsp:nvSpPr>
        <dsp:cNvPr id="0" name=""/>
        <dsp:cNvSpPr/>
      </dsp:nvSpPr>
      <dsp:spPr>
        <a:xfrm>
          <a:off x="3456834" y="245860"/>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EC8C65B-4806-4501-A990-1748107703FB}">
      <dsp:nvSpPr>
        <dsp:cNvPr id="0" name=""/>
        <dsp:cNvSpPr/>
      </dsp:nvSpPr>
      <dsp:spPr>
        <a:xfrm>
          <a:off x="3580847" y="363673"/>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u="none" kern="1200" dirty="0"/>
            <a:t>1</a:t>
          </a:r>
        </a:p>
        <a:p>
          <a:pPr marL="0" lvl="0" indent="0" algn="ctr" defTabSz="622300">
            <a:lnSpc>
              <a:spcPct val="90000"/>
            </a:lnSpc>
            <a:spcBef>
              <a:spcPct val="0"/>
            </a:spcBef>
            <a:spcAft>
              <a:spcPct val="35000"/>
            </a:spcAft>
            <a:buNone/>
          </a:pPr>
          <a:r>
            <a:rPr lang="en-US" sz="2000" b="0" i="0" u="none"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EP</a:t>
          </a:r>
        </a:p>
      </dsp:txBody>
      <dsp:txXfrm>
        <a:off x="3601605" y="384431"/>
        <a:ext cx="1074602" cy="667219"/>
      </dsp:txXfrm>
    </dsp:sp>
    <dsp:sp modelId="{AF55654F-1844-448D-979A-4E83317CAFF1}">
      <dsp:nvSpPr>
        <dsp:cNvPr id="0" name=""/>
        <dsp:cNvSpPr/>
      </dsp:nvSpPr>
      <dsp:spPr>
        <a:xfrm>
          <a:off x="682410" y="1279200"/>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9114E5F-7059-4B6A-94F6-C152BAFF46FF}">
      <dsp:nvSpPr>
        <dsp:cNvPr id="0" name=""/>
        <dsp:cNvSpPr/>
      </dsp:nvSpPr>
      <dsp:spPr>
        <a:xfrm>
          <a:off x="806423" y="139701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1.1</a:t>
          </a:r>
        </a:p>
        <a:p>
          <a:pPr marL="0" lvl="0" indent="0" algn="ctr" defTabSz="488950">
            <a:lnSpc>
              <a:spcPct val="90000"/>
            </a:lnSpc>
            <a:spcBef>
              <a:spcPct val="0"/>
            </a:spcBef>
            <a:spcAft>
              <a:spcPct val="35000"/>
            </a:spcAft>
            <a:buNone/>
          </a:pPr>
          <a:r>
            <a:rPr lang="en-US" sz="1100" b="1" kern="1200" dirty="0"/>
            <a:t>Permission from shops</a:t>
          </a:r>
        </a:p>
      </dsp:txBody>
      <dsp:txXfrm>
        <a:off x="827181" y="1417770"/>
        <a:ext cx="1074602" cy="667219"/>
      </dsp:txXfrm>
    </dsp:sp>
    <dsp:sp modelId="{A6EE9DBF-B527-4657-9A43-4752470B0030}">
      <dsp:nvSpPr>
        <dsp:cNvPr id="0" name=""/>
        <dsp:cNvSpPr/>
      </dsp:nvSpPr>
      <dsp:spPr>
        <a:xfrm>
          <a:off x="2046554" y="1279200"/>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6FC98D-C278-4C0A-8571-2CBA8C113DBC}">
      <dsp:nvSpPr>
        <dsp:cNvPr id="0" name=""/>
        <dsp:cNvSpPr/>
      </dsp:nvSpPr>
      <dsp:spPr>
        <a:xfrm>
          <a:off x="2170568" y="139701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1.2</a:t>
          </a:r>
        </a:p>
        <a:p>
          <a:pPr marL="0" lvl="0" indent="0" algn="ctr" defTabSz="488950">
            <a:lnSpc>
              <a:spcPct val="90000"/>
            </a:lnSpc>
            <a:spcBef>
              <a:spcPct val="0"/>
            </a:spcBef>
            <a:spcAft>
              <a:spcPct val="35000"/>
            </a:spcAft>
            <a:buNone/>
          </a:pPr>
          <a:r>
            <a:rPr lang="en-US" sz="1100" b="1" kern="1200" dirty="0"/>
            <a:t>software</a:t>
          </a:r>
        </a:p>
      </dsp:txBody>
      <dsp:txXfrm>
        <a:off x="2191326" y="1417770"/>
        <a:ext cx="1074602" cy="667219"/>
      </dsp:txXfrm>
    </dsp:sp>
    <dsp:sp modelId="{DB48FC17-5306-44AE-B7D0-75F203F93C25}">
      <dsp:nvSpPr>
        <dsp:cNvPr id="0" name=""/>
        <dsp:cNvSpPr/>
      </dsp:nvSpPr>
      <dsp:spPr>
        <a:xfrm>
          <a:off x="14199" y="2312539"/>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E89C91B-56F5-4969-A53B-53FE64D99CF4}">
      <dsp:nvSpPr>
        <dsp:cNvPr id="0" name=""/>
        <dsp:cNvSpPr/>
      </dsp:nvSpPr>
      <dsp:spPr>
        <a:xfrm>
          <a:off x="138213" y="243035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1.2.1</a:t>
          </a:r>
        </a:p>
        <a:p>
          <a:pPr marL="0" lvl="0" indent="0" algn="ctr" defTabSz="488950">
            <a:lnSpc>
              <a:spcPct val="90000"/>
            </a:lnSpc>
            <a:spcBef>
              <a:spcPct val="0"/>
            </a:spcBef>
            <a:spcAft>
              <a:spcPct val="35000"/>
            </a:spcAft>
            <a:buNone/>
          </a:pPr>
          <a:r>
            <a:rPr lang="en-US" sz="1100" b="1" kern="1200" dirty="0"/>
            <a:t>UI design</a:t>
          </a:r>
        </a:p>
      </dsp:txBody>
      <dsp:txXfrm>
        <a:off x="158971" y="2451110"/>
        <a:ext cx="1074602" cy="667219"/>
      </dsp:txXfrm>
    </dsp:sp>
    <dsp:sp modelId="{F49530BB-6DDA-440B-9563-715123EABD6C}">
      <dsp:nvSpPr>
        <dsp:cNvPr id="0" name=""/>
        <dsp:cNvSpPr/>
      </dsp:nvSpPr>
      <dsp:spPr>
        <a:xfrm>
          <a:off x="1364482" y="2312539"/>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85E81DF-D56E-472F-9C17-DB05F322561E}">
      <dsp:nvSpPr>
        <dsp:cNvPr id="0" name=""/>
        <dsp:cNvSpPr/>
      </dsp:nvSpPr>
      <dsp:spPr>
        <a:xfrm>
          <a:off x="1488495" y="243035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1.2.2</a:t>
          </a:r>
        </a:p>
        <a:p>
          <a:pPr marL="0" lvl="0" indent="0" algn="ctr" defTabSz="488950">
            <a:lnSpc>
              <a:spcPct val="90000"/>
            </a:lnSpc>
            <a:spcBef>
              <a:spcPct val="0"/>
            </a:spcBef>
            <a:spcAft>
              <a:spcPct val="35000"/>
            </a:spcAft>
            <a:buNone/>
          </a:pPr>
          <a:r>
            <a:rPr lang="en-US" sz="1100" b="1" kern="1200" dirty="0"/>
            <a:t>Android app design</a:t>
          </a:r>
        </a:p>
      </dsp:txBody>
      <dsp:txXfrm>
        <a:off x="1509253" y="2451110"/>
        <a:ext cx="1074602" cy="667219"/>
      </dsp:txXfrm>
    </dsp:sp>
    <dsp:sp modelId="{FE6B3747-FBD1-4E19-BFC9-8AF9D2651767}">
      <dsp:nvSpPr>
        <dsp:cNvPr id="0" name=""/>
        <dsp:cNvSpPr/>
      </dsp:nvSpPr>
      <dsp:spPr>
        <a:xfrm>
          <a:off x="2728627" y="2312539"/>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FE156E0-1E89-4418-B1A6-58E3FB243D8D}">
      <dsp:nvSpPr>
        <dsp:cNvPr id="0" name=""/>
        <dsp:cNvSpPr/>
      </dsp:nvSpPr>
      <dsp:spPr>
        <a:xfrm>
          <a:off x="2852640" y="243035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1.2.3</a:t>
          </a:r>
        </a:p>
        <a:p>
          <a:pPr marL="0" lvl="0" indent="0" algn="ctr" defTabSz="488950">
            <a:lnSpc>
              <a:spcPct val="90000"/>
            </a:lnSpc>
            <a:spcBef>
              <a:spcPct val="0"/>
            </a:spcBef>
            <a:spcAft>
              <a:spcPct val="35000"/>
            </a:spcAft>
            <a:buNone/>
          </a:pPr>
          <a:r>
            <a:rPr lang="en-US" sz="1100" b="1" kern="1200" dirty="0"/>
            <a:t>Network processing</a:t>
          </a:r>
        </a:p>
      </dsp:txBody>
      <dsp:txXfrm>
        <a:off x="2873398" y="2451110"/>
        <a:ext cx="1074602" cy="667219"/>
      </dsp:txXfrm>
    </dsp:sp>
    <dsp:sp modelId="{AF42147D-ACB0-4DE4-9AA1-7EBC36F9C8F3}">
      <dsp:nvSpPr>
        <dsp:cNvPr id="0" name=""/>
        <dsp:cNvSpPr/>
      </dsp:nvSpPr>
      <dsp:spPr>
        <a:xfrm>
          <a:off x="4092772" y="2312539"/>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F1AF21F-E0E5-40EE-B706-A45374D5B1DB}">
      <dsp:nvSpPr>
        <dsp:cNvPr id="0" name=""/>
        <dsp:cNvSpPr/>
      </dsp:nvSpPr>
      <dsp:spPr>
        <a:xfrm>
          <a:off x="4216785" y="243035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1.2.4</a:t>
          </a:r>
        </a:p>
        <a:p>
          <a:pPr marL="0" lvl="0" indent="0" algn="ctr" defTabSz="488950">
            <a:lnSpc>
              <a:spcPct val="90000"/>
            </a:lnSpc>
            <a:spcBef>
              <a:spcPct val="0"/>
            </a:spcBef>
            <a:spcAft>
              <a:spcPct val="35000"/>
            </a:spcAft>
            <a:buNone/>
          </a:pPr>
          <a:r>
            <a:rPr lang="en-US" sz="1100" b="1" kern="1200" dirty="0"/>
            <a:t>Test</a:t>
          </a:r>
        </a:p>
      </dsp:txBody>
      <dsp:txXfrm>
        <a:off x="4237543" y="2451110"/>
        <a:ext cx="1074602" cy="667219"/>
      </dsp:txXfrm>
    </dsp:sp>
    <dsp:sp modelId="{EC0B635D-8E7A-4102-8699-0E0C4AFE8A80}">
      <dsp:nvSpPr>
        <dsp:cNvPr id="0" name=""/>
        <dsp:cNvSpPr/>
      </dsp:nvSpPr>
      <dsp:spPr>
        <a:xfrm>
          <a:off x="6585029" y="1216824"/>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E8021E4-17CB-421F-9E71-6DCD5C832B60}">
      <dsp:nvSpPr>
        <dsp:cNvPr id="0" name=""/>
        <dsp:cNvSpPr/>
      </dsp:nvSpPr>
      <dsp:spPr>
        <a:xfrm>
          <a:off x="6709043" y="1334637"/>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1.4</a:t>
          </a:r>
        </a:p>
        <a:p>
          <a:pPr marL="0" lvl="0" indent="0" algn="ctr" defTabSz="488950">
            <a:lnSpc>
              <a:spcPct val="90000"/>
            </a:lnSpc>
            <a:spcBef>
              <a:spcPct val="0"/>
            </a:spcBef>
            <a:spcAft>
              <a:spcPct val="35000"/>
            </a:spcAft>
            <a:buNone/>
          </a:pPr>
          <a:r>
            <a:rPr lang="en-US" sz="1100" b="1" kern="1200" dirty="0"/>
            <a:t>integration</a:t>
          </a:r>
        </a:p>
      </dsp:txBody>
      <dsp:txXfrm>
        <a:off x="6729801" y="1355395"/>
        <a:ext cx="1074602" cy="667219"/>
      </dsp:txXfrm>
    </dsp:sp>
    <dsp:sp modelId="{5BBE3B85-1AA9-43D9-95E2-D76B3FE8A468}">
      <dsp:nvSpPr>
        <dsp:cNvPr id="0" name=""/>
        <dsp:cNvSpPr/>
      </dsp:nvSpPr>
      <dsp:spPr>
        <a:xfrm>
          <a:off x="4852015" y="1230680"/>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9D6C407-2A8B-4C09-ADCD-9E2E93BD3770}">
      <dsp:nvSpPr>
        <dsp:cNvPr id="0" name=""/>
        <dsp:cNvSpPr/>
      </dsp:nvSpPr>
      <dsp:spPr>
        <a:xfrm>
          <a:off x="4976028" y="134849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1.3</a:t>
          </a:r>
        </a:p>
        <a:p>
          <a:pPr marL="0" lvl="0" indent="0" algn="ctr" defTabSz="488950">
            <a:lnSpc>
              <a:spcPct val="90000"/>
            </a:lnSpc>
            <a:spcBef>
              <a:spcPct val="0"/>
            </a:spcBef>
            <a:spcAft>
              <a:spcPct val="35000"/>
            </a:spcAft>
            <a:buNone/>
          </a:pPr>
          <a:r>
            <a:rPr lang="en-US" sz="1100" b="1" kern="1200" dirty="0"/>
            <a:t>Data Base</a:t>
          </a:r>
        </a:p>
      </dsp:txBody>
      <dsp:txXfrm>
        <a:off x="4996786" y="1369250"/>
        <a:ext cx="1074602" cy="667219"/>
      </dsp:txXfrm>
    </dsp:sp>
    <dsp:sp modelId="{C0FB2699-A2D3-4DEC-93B2-F0BC17943ED4}">
      <dsp:nvSpPr>
        <dsp:cNvPr id="0" name=""/>
        <dsp:cNvSpPr/>
      </dsp:nvSpPr>
      <dsp:spPr>
        <a:xfrm>
          <a:off x="5456916" y="2312539"/>
          <a:ext cx="1116118" cy="70873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515A36E-480B-437B-99F8-A50BD41839F4}">
      <dsp:nvSpPr>
        <dsp:cNvPr id="0" name=""/>
        <dsp:cNvSpPr/>
      </dsp:nvSpPr>
      <dsp:spPr>
        <a:xfrm>
          <a:off x="5580930" y="2430352"/>
          <a:ext cx="1116118" cy="708735"/>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1.3.1</a:t>
          </a:r>
        </a:p>
        <a:p>
          <a:pPr marL="0" lvl="0" indent="0" algn="ctr" defTabSz="488950">
            <a:lnSpc>
              <a:spcPct val="90000"/>
            </a:lnSpc>
            <a:spcBef>
              <a:spcPct val="0"/>
            </a:spcBef>
            <a:spcAft>
              <a:spcPct val="35000"/>
            </a:spcAft>
            <a:buNone/>
          </a:pPr>
          <a:r>
            <a:rPr lang="en-US" sz="1100" b="1" kern="1200" dirty="0"/>
            <a:t>Reserve a server in google cloud</a:t>
          </a:r>
        </a:p>
      </dsp:txBody>
      <dsp:txXfrm>
        <a:off x="5601688" y="2451110"/>
        <a:ext cx="1074602" cy="667219"/>
      </dsp:txXfrm>
    </dsp:sp>
    <dsp:sp modelId="{ADF4C438-3845-4356-9A61-5367CF40FDC4}">
      <dsp:nvSpPr>
        <dsp:cNvPr id="0" name=""/>
        <dsp:cNvSpPr/>
      </dsp:nvSpPr>
      <dsp:spPr>
        <a:xfrm>
          <a:off x="6821061" y="2312539"/>
          <a:ext cx="1300657" cy="792599"/>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5BEFCE7-07E5-462E-A724-A1302CF074A4}">
      <dsp:nvSpPr>
        <dsp:cNvPr id="0" name=""/>
        <dsp:cNvSpPr/>
      </dsp:nvSpPr>
      <dsp:spPr>
        <a:xfrm>
          <a:off x="6945074" y="2430352"/>
          <a:ext cx="1300657" cy="792599"/>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t>1.3.2</a:t>
          </a:r>
        </a:p>
        <a:p>
          <a:pPr marL="0" lvl="0" indent="0" algn="ctr" defTabSz="444500">
            <a:lnSpc>
              <a:spcPct val="90000"/>
            </a:lnSpc>
            <a:spcBef>
              <a:spcPct val="0"/>
            </a:spcBef>
            <a:spcAft>
              <a:spcPct val="35000"/>
            </a:spcAft>
            <a:buNone/>
          </a:pPr>
          <a:r>
            <a:rPr lang="en-US" sz="1000" b="1" kern="1200" dirty="0"/>
            <a:t>gathering information from Zone Traffic Department</a:t>
          </a:r>
        </a:p>
      </dsp:txBody>
      <dsp:txXfrm>
        <a:off x="6968288" y="2453566"/>
        <a:ext cx="1254229" cy="74617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2600" rtl="0" eaLnBrk="1" latinLnBrk="0" hangingPunct="1">
      <a:defRPr sz="1200" kern="1200">
        <a:solidFill>
          <a:schemeClr val="tx1"/>
        </a:solidFill>
        <a:latin typeface="+mn-lt"/>
        <a:ea typeface="+mn-ea"/>
        <a:cs typeface="+mn-cs"/>
      </a:defRPr>
    </a:lvl1pPr>
    <a:lvl2pPr marL="456242" algn="l" defTabSz="912600" rtl="0" eaLnBrk="1" latinLnBrk="0" hangingPunct="1">
      <a:defRPr sz="1200" kern="1200">
        <a:solidFill>
          <a:schemeClr val="tx1"/>
        </a:solidFill>
        <a:latin typeface="+mn-lt"/>
        <a:ea typeface="+mn-ea"/>
        <a:cs typeface="+mn-cs"/>
      </a:defRPr>
    </a:lvl2pPr>
    <a:lvl3pPr marL="912600" algn="l" defTabSz="912600" rtl="0" eaLnBrk="1" latinLnBrk="0" hangingPunct="1">
      <a:defRPr sz="1200" kern="1200">
        <a:solidFill>
          <a:schemeClr val="tx1"/>
        </a:solidFill>
        <a:latin typeface="+mn-lt"/>
        <a:ea typeface="+mn-ea"/>
        <a:cs typeface="+mn-cs"/>
      </a:defRPr>
    </a:lvl3pPr>
    <a:lvl4pPr marL="1368880" algn="l" defTabSz="912600" rtl="0" eaLnBrk="1" latinLnBrk="0" hangingPunct="1">
      <a:defRPr sz="1200" kern="1200">
        <a:solidFill>
          <a:schemeClr val="tx1"/>
        </a:solidFill>
        <a:latin typeface="+mn-lt"/>
        <a:ea typeface="+mn-ea"/>
        <a:cs typeface="+mn-cs"/>
      </a:defRPr>
    </a:lvl4pPr>
    <a:lvl5pPr marL="1825199" algn="l" defTabSz="912600" rtl="0" eaLnBrk="1" latinLnBrk="0" hangingPunct="1">
      <a:defRPr sz="1200" kern="1200">
        <a:solidFill>
          <a:schemeClr val="tx1"/>
        </a:solidFill>
        <a:latin typeface="+mn-lt"/>
        <a:ea typeface="+mn-ea"/>
        <a:cs typeface="+mn-cs"/>
      </a:defRPr>
    </a:lvl5pPr>
    <a:lvl6pPr marL="2281440" algn="l" defTabSz="912600" rtl="0" eaLnBrk="1" latinLnBrk="0" hangingPunct="1">
      <a:defRPr sz="1200" kern="1200">
        <a:solidFill>
          <a:schemeClr val="tx1"/>
        </a:solidFill>
        <a:latin typeface="+mn-lt"/>
        <a:ea typeface="+mn-ea"/>
        <a:cs typeface="+mn-cs"/>
      </a:defRPr>
    </a:lvl6pPr>
    <a:lvl7pPr marL="2737682" algn="l" defTabSz="912600" rtl="0" eaLnBrk="1" latinLnBrk="0" hangingPunct="1">
      <a:defRPr sz="1200" kern="1200">
        <a:solidFill>
          <a:schemeClr val="tx1"/>
        </a:solidFill>
        <a:latin typeface="+mn-lt"/>
        <a:ea typeface="+mn-ea"/>
        <a:cs typeface="+mn-cs"/>
      </a:defRPr>
    </a:lvl7pPr>
    <a:lvl8pPr marL="3194006" algn="l" defTabSz="912600" rtl="0" eaLnBrk="1" latinLnBrk="0" hangingPunct="1">
      <a:defRPr sz="1200" kern="1200">
        <a:solidFill>
          <a:schemeClr val="tx1"/>
        </a:solidFill>
        <a:latin typeface="+mn-lt"/>
        <a:ea typeface="+mn-ea"/>
        <a:cs typeface="+mn-cs"/>
      </a:defRPr>
    </a:lvl8pPr>
    <a:lvl9pPr marL="3650306" algn="l" defTabSz="9126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4596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4596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209" indent="0" algn="ctr">
              <a:buNone/>
              <a:defRPr sz="1500"/>
            </a:lvl2pPr>
            <a:lvl3pPr marL="684491" indent="0" algn="ctr">
              <a:buNone/>
              <a:defRPr sz="1400"/>
            </a:lvl3pPr>
            <a:lvl4pPr marL="1026737" indent="0" algn="ctr">
              <a:buNone/>
              <a:defRPr sz="1200"/>
            </a:lvl4pPr>
            <a:lvl5pPr marL="1368982" indent="0" algn="ctr">
              <a:buNone/>
              <a:defRPr sz="1200"/>
            </a:lvl5pPr>
            <a:lvl6pPr marL="1711265" indent="0" algn="ctr">
              <a:buNone/>
              <a:defRPr sz="1200"/>
            </a:lvl6pPr>
            <a:lvl7pPr marL="2053472" indent="0" algn="ctr">
              <a:buNone/>
              <a:defRPr sz="1200"/>
            </a:lvl7pPr>
            <a:lvl8pPr marL="2395680" indent="0" algn="ctr">
              <a:buNone/>
              <a:defRPr sz="1200"/>
            </a:lvl8pPr>
            <a:lvl9pPr marL="2737889"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16024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94796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81"/>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7" y="3442099"/>
            <a:ext cx="7886700" cy="1125140"/>
          </a:xfrm>
        </p:spPr>
        <p:txBody>
          <a:bodyPr/>
          <a:lstStyle>
            <a:lvl1pPr marL="0" indent="0">
              <a:buNone/>
              <a:defRPr sz="1800">
                <a:solidFill>
                  <a:schemeClr val="tx1">
                    <a:tint val="75000"/>
                  </a:schemeClr>
                </a:solidFill>
              </a:defRPr>
            </a:lvl1pPr>
            <a:lvl2pPr marL="342209" indent="0">
              <a:buNone/>
              <a:defRPr sz="1500">
                <a:solidFill>
                  <a:schemeClr val="tx1">
                    <a:tint val="75000"/>
                  </a:schemeClr>
                </a:solidFill>
              </a:defRPr>
            </a:lvl2pPr>
            <a:lvl3pPr marL="684491" indent="0">
              <a:buNone/>
              <a:defRPr sz="1400">
                <a:solidFill>
                  <a:schemeClr val="tx1">
                    <a:tint val="75000"/>
                  </a:schemeClr>
                </a:solidFill>
              </a:defRPr>
            </a:lvl3pPr>
            <a:lvl4pPr marL="1026737" indent="0">
              <a:buNone/>
              <a:defRPr sz="1200">
                <a:solidFill>
                  <a:schemeClr val="tx1">
                    <a:tint val="75000"/>
                  </a:schemeClr>
                </a:solidFill>
              </a:defRPr>
            </a:lvl4pPr>
            <a:lvl5pPr marL="1368982" indent="0">
              <a:buNone/>
              <a:defRPr sz="1200">
                <a:solidFill>
                  <a:schemeClr val="tx1">
                    <a:tint val="75000"/>
                  </a:schemeClr>
                </a:solidFill>
              </a:defRPr>
            </a:lvl5pPr>
            <a:lvl6pPr marL="1711265" indent="0">
              <a:buNone/>
              <a:defRPr sz="1200">
                <a:solidFill>
                  <a:schemeClr val="tx1">
                    <a:tint val="75000"/>
                  </a:schemeClr>
                </a:solidFill>
              </a:defRPr>
            </a:lvl6pPr>
            <a:lvl7pPr marL="2053472" indent="0">
              <a:buNone/>
              <a:defRPr sz="1200">
                <a:solidFill>
                  <a:schemeClr val="tx1">
                    <a:tint val="75000"/>
                  </a:schemeClr>
                </a:solidFill>
              </a:defRPr>
            </a:lvl7pPr>
            <a:lvl8pPr marL="2395680" indent="0">
              <a:buNone/>
              <a:defRPr sz="1200">
                <a:solidFill>
                  <a:schemeClr val="tx1">
                    <a:tint val="75000"/>
                  </a:schemeClr>
                </a:solidFill>
              </a:defRPr>
            </a:lvl8pPr>
            <a:lvl9pPr marL="2737889"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2496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78028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209" indent="0">
              <a:buNone/>
              <a:defRPr sz="1500" b="1"/>
            </a:lvl2pPr>
            <a:lvl3pPr marL="684491" indent="0">
              <a:buNone/>
              <a:defRPr sz="1400" b="1"/>
            </a:lvl3pPr>
            <a:lvl4pPr marL="1026737" indent="0">
              <a:buNone/>
              <a:defRPr sz="1200" b="1"/>
            </a:lvl4pPr>
            <a:lvl5pPr marL="1368982" indent="0">
              <a:buNone/>
              <a:defRPr sz="1200" b="1"/>
            </a:lvl5pPr>
            <a:lvl6pPr marL="1711265" indent="0">
              <a:buNone/>
              <a:defRPr sz="1200" b="1"/>
            </a:lvl6pPr>
            <a:lvl7pPr marL="2053472" indent="0">
              <a:buNone/>
              <a:defRPr sz="1200" b="1"/>
            </a:lvl7pPr>
            <a:lvl8pPr marL="2395680" indent="0">
              <a:buNone/>
              <a:defRPr sz="1200" b="1"/>
            </a:lvl8pPr>
            <a:lvl9pPr marL="2737889"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260872"/>
            <a:ext cx="3887391" cy="617934"/>
          </a:xfrm>
        </p:spPr>
        <p:txBody>
          <a:bodyPr anchor="b"/>
          <a:lstStyle>
            <a:lvl1pPr marL="0" indent="0">
              <a:buNone/>
              <a:defRPr sz="1800" b="1"/>
            </a:lvl1pPr>
            <a:lvl2pPr marL="342209" indent="0">
              <a:buNone/>
              <a:defRPr sz="1500" b="1"/>
            </a:lvl2pPr>
            <a:lvl3pPr marL="684491" indent="0">
              <a:buNone/>
              <a:defRPr sz="1400" b="1"/>
            </a:lvl3pPr>
            <a:lvl4pPr marL="1026737" indent="0">
              <a:buNone/>
              <a:defRPr sz="1200" b="1"/>
            </a:lvl4pPr>
            <a:lvl5pPr marL="1368982" indent="0">
              <a:buNone/>
              <a:defRPr sz="1200" b="1"/>
            </a:lvl5pPr>
            <a:lvl6pPr marL="1711265" indent="0">
              <a:buNone/>
              <a:defRPr sz="1200" b="1"/>
            </a:lvl6pPr>
            <a:lvl7pPr marL="2053472" indent="0">
              <a:buNone/>
              <a:defRPr sz="1200" b="1"/>
            </a:lvl7pPr>
            <a:lvl8pPr marL="2395680" indent="0">
              <a:buNone/>
              <a:defRPr sz="1200" b="1"/>
            </a:lvl8pPr>
            <a:lvl9pPr marL="2737889"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2"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47505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88040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3591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646"/>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209" indent="0">
              <a:buNone/>
              <a:defRPr sz="1100"/>
            </a:lvl2pPr>
            <a:lvl3pPr marL="684491" indent="0">
              <a:buNone/>
              <a:defRPr sz="900"/>
            </a:lvl3pPr>
            <a:lvl4pPr marL="1026737" indent="0">
              <a:buNone/>
              <a:defRPr sz="800"/>
            </a:lvl4pPr>
            <a:lvl5pPr marL="1368982" indent="0">
              <a:buNone/>
              <a:defRPr sz="800"/>
            </a:lvl5pPr>
            <a:lvl6pPr marL="1711265" indent="0">
              <a:buNone/>
              <a:defRPr sz="800"/>
            </a:lvl6pPr>
            <a:lvl7pPr marL="2053472" indent="0">
              <a:buNone/>
              <a:defRPr sz="800"/>
            </a:lvl7pPr>
            <a:lvl8pPr marL="2395680" indent="0">
              <a:buNone/>
              <a:defRPr sz="800"/>
            </a:lvl8pPr>
            <a:lvl9pPr marL="2737889"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88185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646"/>
            <a:ext cx="4629150" cy="3655219"/>
          </a:xfrm>
        </p:spPr>
        <p:txBody>
          <a:bodyPr/>
          <a:lstStyle>
            <a:lvl1pPr marL="0" indent="0">
              <a:buNone/>
              <a:defRPr sz="2400"/>
            </a:lvl1pPr>
            <a:lvl2pPr marL="342209" indent="0">
              <a:buNone/>
              <a:defRPr sz="2100"/>
            </a:lvl2pPr>
            <a:lvl3pPr marL="684491" indent="0">
              <a:buNone/>
              <a:defRPr sz="1800"/>
            </a:lvl3pPr>
            <a:lvl4pPr marL="1026737" indent="0">
              <a:buNone/>
              <a:defRPr sz="1500"/>
            </a:lvl4pPr>
            <a:lvl5pPr marL="1368982" indent="0">
              <a:buNone/>
              <a:defRPr sz="1500"/>
            </a:lvl5pPr>
            <a:lvl6pPr marL="1711265" indent="0">
              <a:buNone/>
              <a:defRPr sz="1500"/>
            </a:lvl6pPr>
            <a:lvl7pPr marL="2053472" indent="0">
              <a:buNone/>
              <a:defRPr sz="1500"/>
            </a:lvl7pPr>
            <a:lvl8pPr marL="2395680" indent="0">
              <a:buNone/>
              <a:defRPr sz="1500"/>
            </a:lvl8pPr>
            <a:lvl9pPr marL="2737889" indent="0">
              <a:buNone/>
              <a:defRPr sz="1500"/>
            </a:lvl9pPr>
          </a:lstStyle>
          <a:p>
            <a:endParaRPr lang="zh-CN" altLang="en-US"/>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209" indent="0">
              <a:buNone/>
              <a:defRPr sz="1100"/>
            </a:lvl2pPr>
            <a:lvl3pPr marL="684491" indent="0">
              <a:buNone/>
              <a:defRPr sz="900"/>
            </a:lvl3pPr>
            <a:lvl4pPr marL="1026737" indent="0">
              <a:buNone/>
              <a:defRPr sz="800"/>
            </a:lvl4pPr>
            <a:lvl5pPr marL="1368982" indent="0">
              <a:buNone/>
              <a:defRPr sz="800"/>
            </a:lvl5pPr>
            <a:lvl6pPr marL="1711265" indent="0">
              <a:buNone/>
              <a:defRPr sz="800"/>
            </a:lvl6pPr>
            <a:lvl7pPr marL="2053472" indent="0">
              <a:buNone/>
              <a:defRPr sz="800"/>
            </a:lvl7pPr>
            <a:lvl8pPr marL="2395680" indent="0">
              <a:buNone/>
              <a:defRPr sz="800"/>
            </a:lvl8pPr>
            <a:lvl9pPr marL="2737889"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737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16080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920"/>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273920"/>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85940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632" indent="0" algn="ctr">
              <a:buNone/>
              <a:defRPr sz="1500"/>
            </a:lvl2pPr>
            <a:lvl3pPr marL="685290" indent="0" algn="ctr">
              <a:buNone/>
              <a:defRPr sz="1400"/>
            </a:lvl3pPr>
            <a:lvl4pPr marL="1027935" indent="0" algn="ctr">
              <a:buNone/>
              <a:defRPr sz="1200"/>
            </a:lvl4pPr>
            <a:lvl5pPr marL="1370580" indent="0" algn="ctr">
              <a:buNone/>
              <a:defRPr sz="1200"/>
            </a:lvl5pPr>
            <a:lvl6pPr marL="1713239" indent="0" algn="ctr">
              <a:buNone/>
              <a:defRPr sz="1200"/>
            </a:lvl6pPr>
            <a:lvl7pPr marL="2055869" indent="0" algn="ctr">
              <a:buNone/>
              <a:defRPr sz="1200"/>
            </a:lvl7pPr>
            <a:lvl8pPr marL="2398500" indent="0" algn="ctr">
              <a:buNone/>
              <a:defRPr sz="1200"/>
            </a:lvl8pPr>
            <a:lvl9pPr marL="2741132"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92080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98959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3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632" indent="0">
              <a:buNone/>
              <a:defRPr sz="1500">
                <a:solidFill>
                  <a:schemeClr val="tx1">
                    <a:tint val="75000"/>
                  </a:schemeClr>
                </a:solidFill>
              </a:defRPr>
            </a:lvl2pPr>
            <a:lvl3pPr marL="685290" indent="0">
              <a:buNone/>
              <a:defRPr sz="1400">
                <a:solidFill>
                  <a:schemeClr val="tx1">
                    <a:tint val="75000"/>
                  </a:schemeClr>
                </a:solidFill>
              </a:defRPr>
            </a:lvl3pPr>
            <a:lvl4pPr marL="1027935" indent="0">
              <a:buNone/>
              <a:defRPr sz="1200">
                <a:solidFill>
                  <a:schemeClr val="tx1">
                    <a:tint val="75000"/>
                  </a:schemeClr>
                </a:solidFill>
              </a:defRPr>
            </a:lvl4pPr>
            <a:lvl5pPr marL="1370580" indent="0">
              <a:buNone/>
              <a:defRPr sz="1200">
                <a:solidFill>
                  <a:schemeClr val="tx1">
                    <a:tint val="75000"/>
                  </a:schemeClr>
                </a:solidFill>
              </a:defRPr>
            </a:lvl5pPr>
            <a:lvl6pPr marL="1713239" indent="0">
              <a:buNone/>
              <a:defRPr sz="1200">
                <a:solidFill>
                  <a:schemeClr val="tx1">
                    <a:tint val="75000"/>
                  </a:schemeClr>
                </a:solidFill>
              </a:defRPr>
            </a:lvl6pPr>
            <a:lvl7pPr marL="2055869" indent="0">
              <a:buNone/>
              <a:defRPr sz="1200">
                <a:solidFill>
                  <a:schemeClr val="tx1">
                    <a:tint val="75000"/>
                  </a:schemeClr>
                </a:solidFill>
              </a:defRPr>
            </a:lvl7pPr>
            <a:lvl8pPr marL="2398500" indent="0">
              <a:buNone/>
              <a:defRPr sz="1200">
                <a:solidFill>
                  <a:schemeClr val="tx1">
                    <a:tint val="75000"/>
                  </a:schemeClr>
                </a:solidFill>
              </a:defRPr>
            </a:lvl8pPr>
            <a:lvl9pPr marL="2741132"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4005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96266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632" indent="0">
              <a:buNone/>
              <a:defRPr sz="1500" b="1"/>
            </a:lvl2pPr>
            <a:lvl3pPr marL="685290" indent="0">
              <a:buNone/>
              <a:defRPr sz="1400" b="1"/>
            </a:lvl3pPr>
            <a:lvl4pPr marL="1027935" indent="0">
              <a:buNone/>
              <a:defRPr sz="1200" b="1"/>
            </a:lvl4pPr>
            <a:lvl5pPr marL="1370580" indent="0">
              <a:buNone/>
              <a:defRPr sz="1200" b="1"/>
            </a:lvl5pPr>
            <a:lvl6pPr marL="1713239" indent="0">
              <a:buNone/>
              <a:defRPr sz="1200" b="1"/>
            </a:lvl6pPr>
            <a:lvl7pPr marL="2055869" indent="0">
              <a:buNone/>
              <a:defRPr sz="1200" b="1"/>
            </a:lvl7pPr>
            <a:lvl8pPr marL="2398500" indent="0">
              <a:buNone/>
              <a:defRPr sz="1200" b="1"/>
            </a:lvl8pPr>
            <a:lvl9pPr marL="2741132"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260872"/>
            <a:ext cx="3887391" cy="617934"/>
          </a:xfrm>
        </p:spPr>
        <p:txBody>
          <a:bodyPr anchor="b"/>
          <a:lstStyle>
            <a:lvl1pPr marL="0" indent="0">
              <a:buNone/>
              <a:defRPr sz="1800" b="1"/>
            </a:lvl1pPr>
            <a:lvl2pPr marL="342632" indent="0">
              <a:buNone/>
              <a:defRPr sz="1500" b="1"/>
            </a:lvl2pPr>
            <a:lvl3pPr marL="685290" indent="0">
              <a:buNone/>
              <a:defRPr sz="1400" b="1"/>
            </a:lvl3pPr>
            <a:lvl4pPr marL="1027935" indent="0">
              <a:buNone/>
              <a:defRPr sz="1200" b="1"/>
            </a:lvl4pPr>
            <a:lvl5pPr marL="1370580" indent="0">
              <a:buNone/>
              <a:defRPr sz="1200" b="1"/>
            </a:lvl5pPr>
            <a:lvl6pPr marL="1713239" indent="0">
              <a:buNone/>
              <a:defRPr sz="1200" b="1"/>
            </a:lvl6pPr>
            <a:lvl7pPr marL="2055869" indent="0">
              <a:buNone/>
              <a:defRPr sz="1200" b="1"/>
            </a:lvl7pPr>
            <a:lvl8pPr marL="2398500" indent="0">
              <a:buNone/>
              <a:defRPr sz="1200" b="1"/>
            </a:lvl8pPr>
            <a:lvl9pPr marL="2741132"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2"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51964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089030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745650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59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632" indent="0">
              <a:buNone/>
              <a:defRPr sz="1100"/>
            </a:lvl2pPr>
            <a:lvl3pPr marL="685290" indent="0">
              <a:buNone/>
              <a:defRPr sz="900"/>
            </a:lvl3pPr>
            <a:lvl4pPr marL="1027935" indent="0">
              <a:buNone/>
              <a:defRPr sz="800"/>
            </a:lvl4pPr>
            <a:lvl5pPr marL="1370580" indent="0">
              <a:buNone/>
              <a:defRPr sz="800"/>
            </a:lvl5pPr>
            <a:lvl6pPr marL="1713239" indent="0">
              <a:buNone/>
              <a:defRPr sz="800"/>
            </a:lvl6pPr>
            <a:lvl7pPr marL="2055869" indent="0">
              <a:buNone/>
              <a:defRPr sz="800"/>
            </a:lvl7pPr>
            <a:lvl8pPr marL="2398500" indent="0">
              <a:buNone/>
              <a:defRPr sz="800"/>
            </a:lvl8pPr>
            <a:lvl9pPr marL="2741132"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905519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99"/>
            <a:ext cx="4629150" cy="3655219"/>
          </a:xfrm>
        </p:spPr>
        <p:txBody>
          <a:bodyPr/>
          <a:lstStyle>
            <a:lvl1pPr marL="0" indent="0">
              <a:buNone/>
              <a:defRPr sz="2400"/>
            </a:lvl1pPr>
            <a:lvl2pPr marL="342632" indent="0">
              <a:buNone/>
              <a:defRPr sz="2100"/>
            </a:lvl2pPr>
            <a:lvl3pPr marL="685290" indent="0">
              <a:buNone/>
              <a:defRPr sz="1800"/>
            </a:lvl3pPr>
            <a:lvl4pPr marL="1027935" indent="0">
              <a:buNone/>
              <a:defRPr sz="1500"/>
            </a:lvl4pPr>
            <a:lvl5pPr marL="1370580" indent="0">
              <a:buNone/>
              <a:defRPr sz="1500"/>
            </a:lvl5pPr>
            <a:lvl6pPr marL="1713239" indent="0">
              <a:buNone/>
              <a:defRPr sz="1500"/>
            </a:lvl6pPr>
            <a:lvl7pPr marL="2055869" indent="0">
              <a:buNone/>
              <a:defRPr sz="1500"/>
            </a:lvl7pPr>
            <a:lvl8pPr marL="2398500" indent="0">
              <a:buNone/>
              <a:defRPr sz="1500"/>
            </a:lvl8pPr>
            <a:lvl9pPr marL="2741132" indent="0">
              <a:buNone/>
              <a:defRPr sz="1500"/>
            </a:lvl9pPr>
          </a:lstStyle>
          <a:p>
            <a:endParaRPr lang="zh-CN" altLang="en-US"/>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632" indent="0">
              <a:buNone/>
              <a:defRPr sz="1100"/>
            </a:lvl2pPr>
            <a:lvl3pPr marL="685290" indent="0">
              <a:buNone/>
              <a:defRPr sz="900"/>
            </a:lvl3pPr>
            <a:lvl4pPr marL="1027935" indent="0">
              <a:buNone/>
              <a:defRPr sz="800"/>
            </a:lvl4pPr>
            <a:lvl5pPr marL="1370580" indent="0">
              <a:buNone/>
              <a:defRPr sz="800"/>
            </a:lvl5pPr>
            <a:lvl6pPr marL="1713239" indent="0">
              <a:buNone/>
              <a:defRPr sz="800"/>
            </a:lvl6pPr>
            <a:lvl7pPr marL="2055869" indent="0">
              <a:buNone/>
              <a:defRPr sz="800"/>
            </a:lvl7pPr>
            <a:lvl8pPr marL="2398500" indent="0">
              <a:buNone/>
              <a:defRPr sz="800"/>
            </a:lvl8pPr>
            <a:lvl9pPr marL="2741132"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71700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268481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87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27387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85595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803" indent="0" algn="ctr">
              <a:buNone/>
              <a:defRPr sz="1500"/>
            </a:lvl2pPr>
            <a:lvl3pPr marL="685613" indent="0" algn="ctr">
              <a:buNone/>
              <a:defRPr sz="1400"/>
            </a:lvl3pPr>
            <a:lvl4pPr marL="1028420" indent="0" algn="ctr">
              <a:buNone/>
              <a:defRPr sz="1200"/>
            </a:lvl4pPr>
            <a:lvl5pPr marL="1371226" indent="0" algn="ctr">
              <a:buNone/>
              <a:defRPr sz="1200"/>
            </a:lvl5pPr>
            <a:lvl6pPr marL="1714037" indent="0" algn="ctr">
              <a:buNone/>
              <a:defRPr sz="1200"/>
            </a:lvl6pPr>
            <a:lvl7pPr marL="2056838" indent="0" algn="ctr">
              <a:buNone/>
              <a:defRPr sz="1200"/>
            </a:lvl7pPr>
            <a:lvl8pPr marL="2399640" indent="0" algn="ctr">
              <a:buNone/>
              <a:defRPr sz="1200"/>
            </a:lvl8pPr>
            <a:lvl9pPr marL="2742443"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06208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721197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15"/>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03" indent="0">
              <a:buNone/>
              <a:defRPr sz="1500">
                <a:solidFill>
                  <a:schemeClr val="tx1">
                    <a:tint val="75000"/>
                  </a:schemeClr>
                </a:solidFill>
              </a:defRPr>
            </a:lvl2pPr>
            <a:lvl3pPr marL="685613" indent="0">
              <a:buNone/>
              <a:defRPr sz="1400">
                <a:solidFill>
                  <a:schemeClr val="tx1">
                    <a:tint val="75000"/>
                  </a:schemeClr>
                </a:solidFill>
              </a:defRPr>
            </a:lvl3pPr>
            <a:lvl4pPr marL="1028420" indent="0">
              <a:buNone/>
              <a:defRPr sz="1200">
                <a:solidFill>
                  <a:schemeClr val="tx1">
                    <a:tint val="75000"/>
                  </a:schemeClr>
                </a:solidFill>
              </a:defRPr>
            </a:lvl4pPr>
            <a:lvl5pPr marL="1371226" indent="0">
              <a:buNone/>
              <a:defRPr sz="1200">
                <a:solidFill>
                  <a:schemeClr val="tx1">
                    <a:tint val="75000"/>
                  </a:schemeClr>
                </a:solidFill>
              </a:defRPr>
            </a:lvl5pPr>
            <a:lvl6pPr marL="1714037" indent="0">
              <a:buNone/>
              <a:defRPr sz="1200">
                <a:solidFill>
                  <a:schemeClr val="tx1">
                    <a:tint val="75000"/>
                  </a:schemeClr>
                </a:solidFill>
              </a:defRPr>
            </a:lvl6pPr>
            <a:lvl7pPr marL="2056838" indent="0">
              <a:buNone/>
              <a:defRPr sz="1200">
                <a:solidFill>
                  <a:schemeClr val="tx1">
                    <a:tint val="75000"/>
                  </a:schemeClr>
                </a:solidFill>
              </a:defRPr>
            </a:lvl7pPr>
            <a:lvl8pPr marL="2399640" indent="0">
              <a:buNone/>
              <a:defRPr sz="1200">
                <a:solidFill>
                  <a:schemeClr val="tx1">
                    <a:tint val="75000"/>
                  </a:schemeClr>
                </a:solidFill>
              </a:defRPr>
            </a:lvl8pPr>
            <a:lvl9pPr marL="2742443"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525790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615514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803" indent="0">
              <a:buNone/>
              <a:defRPr sz="1500" b="1"/>
            </a:lvl2pPr>
            <a:lvl3pPr marL="685613" indent="0">
              <a:buNone/>
              <a:defRPr sz="1400" b="1"/>
            </a:lvl3pPr>
            <a:lvl4pPr marL="1028420" indent="0">
              <a:buNone/>
              <a:defRPr sz="1200" b="1"/>
            </a:lvl4pPr>
            <a:lvl5pPr marL="1371226" indent="0">
              <a:buNone/>
              <a:defRPr sz="1200" b="1"/>
            </a:lvl5pPr>
            <a:lvl6pPr marL="1714037" indent="0">
              <a:buNone/>
              <a:defRPr sz="1200" b="1"/>
            </a:lvl6pPr>
            <a:lvl7pPr marL="2056838" indent="0">
              <a:buNone/>
              <a:defRPr sz="1200" b="1"/>
            </a:lvl7pPr>
            <a:lvl8pPr marL="2399640" indent="0">
              <a:buNone/>
              <a:defRPr sz="1200" b="1"/>
            </a:lvl8pPr>
            <a:lvl9pPr marL="2742443"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260872"/>
            <a:ext cx="3887391" cy="617934"/>
          </a:xfrm>
        </p:spPr>
        <p:txBody>
          <a:bodyPr anchor="b"/>
          <a:lstStyle>
            <a:lvl1pPr marL="0" indent="0">
              <a:buNone/>
              <a:defRPr sz="1800" b="1"/>
            </a:lvl1pPr>
            <a:lvl2pPr marL="342803" indent="0">
              <a:buNone/>
              <a:defRPr sz="1500" b="1"/>
            </a:lvl2pPr>
            <a:lvl3pPr marL="685613" indent="0">
              <a:buNone/>
              <a:defRPr sz="1400" b="1"/>
            </a:lvl3pPr>
            <a:lvl4pPr marL="1028420" indent="0">
              <a:buNone/>
              <a:defRPr sz="1200" b="1"/>
            </a:lvl4pPr>
            <a:lvl5pPr marL="1371226" indent="0">
              <a:buNone/>
              <a:defRPr sz="1200" b="1"/>
            </a:lvl5pPr>
            <a:lvl6pPr marL="1714037" indent="0">
              <a:buNone/>
              <a:defRPr sz="1200" b="1"/>
            </a:lvl6pPr>
            <a:lvl7pPr marL="2056838" indent="0">
              <a:buNone/>
              <a:defRPr sz="1200" b="1"/>
            </a:lvl7pPr>
            <a:lvl8pPr marL="2399640" indent="0">
              <a:buNone/>
              <a:defRPr sz="1200" b="1"/>
            </a:lvl8pPr>
            <a:lvl9pPr marL="2742443"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2"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54534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157507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178246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58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803" indent="0">
              <a:buNone/>
              <a:defRPr sz="1100"/>
            </a:lvl2pPr>
            <a:lvl3pPr marL="685613" indent="0">
              <a:buNone/>
              <a:defRPr sz="900"/>
            </a:lvl3pPr>
            <a:lvl4pPr marL="1028420" indent="0">
              <a:buNone/>
              <a:defRPr sz="800"/>
            </a:lvl4pPr>
            <a:lvl5pPr marL="1371226" indent="0">
              <a:buNone/>
              <a:defRPr sz="800"/>
            </a:lvl5pPr>
            <a:lvl6pPr marL="1714037" indent="0">
              <a:buNone/>
              <a:defRPr sz="800"/>
            </a:lvl6pPr>
            <a:lvl7pPr marL="2056838" indent="0">
              <a:buNone/>
              <a:defRPr sz="800"/>
            </a:lvl7pPr>
            <a:lvl8pPr marL="2399640" indent="0">
              <a:buNone/>
              <a:defRPr sz="800"/>
            </a:lvl8pPr>
            <a:lvl9pPr marL="2742443"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844918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580"/>
            <a:ext cx="4629150" cy="3655219"/>
          </a:xfrm>
        </p:spPr>
        <p:txBody>
          <a:bodyPr/>
          <a:lstStyle>
            <a:lvl1pPr marL="0" indent="0">
              <a:buNone/>
              <a:defRPr sz="2400"/>
            </a:lvl1pPr>
            <a:lvl2pPr marL="342803" indent="0">
              <a:buNone/>
              <a:defRPr sz="2100"/>
            </a:lvl2pPr>
            <a:lvl3pPr marL="685613" indent="0">
              <a:buNone/>
              <a:defRPr sz="1800"/>
            </a:lvl3pPr>
            <a:lvl4pPr marL="1028420" indent="0">
              <a:buNone/>
              <a:defRPr sz="1500"/>
            </a:lvl4pPr>
            <a:lvl5pPr marL="1371226" indent="0">
              <a:buNone/>
              <a:defRPr sz="1500"/>
            </a:lvl5pPr>
            <a:lvl6pPr marL="1714037" indent="0">
              <a:buNone/>
              <a:defRPr sz="1500"/>
            </a:lvl6pPr>
            <a:lvl7pPr marL="2056838" indent="0">
              <a:buNone/>
              <a:defRPr sz="1500"/>
            </a:lvl7pPr>
            <a:lvl8pPr marL="2399640" indent="0">
              <a:buNone/>
              <a:defRPr sz="1500"/>
            </a:lvl8pPr>
            <a:lvl9pPr marL="2742443" indent="0">
              <a:buNone/>
              <a:defRPr sz="1500"/>
            </a:lvl9pPr>
          </a:lstStyle>
          <a:p>
            <a:endParaRPr lang="zh-CN" altLang="en-US"/>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803" indent="0">
              <a:buNone/>
              <a:defRPr sz="1100"/>
            </a:lvl2pPr>
            <a:lvl3pPr marL="685613" indent="0">
              <a:buNone/>
              <a:defRPr sz="900"/>
            </a:lvl3pPr>
            <a:lvl4pPr marL="1028420" indent="0">
              <a:buNone/>
              <a:defRPr sz="800"/>
            </a:lvl4pPr>
            <a:lvl5pPr marL="1371226" indent="0">
              <a:buNone/>
              <a:defRPr sz="800"/>
            </a:lvl5pPr>
            <a:lvl6pPr marL="1714037" indent="0">
              <a:buNone/>
              <a:defRPr sz="800"/>
            </a:lvl6pPr>
            <a:lvl7pPr marL="2056838" indent="0">
              <a:buNone/>
              <a:defRPr sz="800"/>
            </a:lvl7pPr>
            <a:lvl8pPr marL="2399640" indent="0">
              <a:buNone/>
              <a:defRPr sz="800"/>
            </a:lvl8pPr>
            <a:lvl9pPr marL="2742443"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539335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05297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855"/>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273855"/>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169967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01445" y="3163529"/>
            <a:ext cx="8074741" cy="892277"/>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86697" y="4070547"/>
            <a:ext cx="8104237" cy="766920"/>
          </a:xfrm>
        </p:spPr>
        <p:txBody>
          <a:bodyPr>
            <a:normAutofit/>
          </a:bodyPr>
          <a:lstStyle>
            <a:lvl1pPr marL="0" indent="0" algn="l">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3017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574" y="246460"/>
            <a:ext cx="8214852" cy="763526"/>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201994"/>
            <a:ext cx="8246070" cy="3660328"/>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82333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7816" y="443407"/>
            <a:ext cx="6571913" cy="725349"/>
          </a:xfrm>
        </p:spPr>
        <p:txBody>
          <a:bodyPr>
            <a:normAutofit/>
          </a:bodyPr>
          <a:lstStyle>
            <a:lvl1pPr algn="l">
              <a:defRPr sz="360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70442" y="1177436"/>
            <a:ext cx="6594035"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7891694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2354473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69539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0569" y="227401"/>
            <a:ext cx="8093365" cy="763525"/>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471166"/>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1943563"/>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471166"/>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1943563"/>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1325443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5332926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8161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965741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4489369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26285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0252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48930" y="2986549"/>
            <a:ext cx="7890386" cy="980766"/>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41556" y="3886194"/>
            <a:ext cx="7875637" cy="766920"/>
          </a:xfrm>
        </p:spPr>
        <p:txBody>
          <a:bodyPr>
            <a:normAutofit/>
          </a:bodyPr>
          <a:lstStyle>
            <a:lvl1pPr marL="0" indent="0" algn="ct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2565538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4576" y="836393"/>
            <a:ext cx="8214852" cy="763526"/>
          </a:xfrm>
        </p:spPr>
        <p:txBody>
          <a:bodyPr>
            <a:normAutofit/>
          </a:bodyPr>
          <a:lstStyle>
            <a:lvl1pPr algn="ct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585452"/>
            <a:ext cx="8246070" cy="3276870"/>
          </a:xfrm>
        </p:spPr>
        <p:txBody>
          <a:bodyPr/>
          <a:lstStyle>
            <a:lvl1pPr algn="ctr">
              <a:defRPr sz="2800">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4425575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44385" y="443407"/>
            <a:ext cx="6571913" cy="725349"/>
          </a:xfrm>
        </p:spPr>
        <p:txBody>
          <a:bodyPr>
            <a:normAutofit/>
          </a:bodyPr>
          <a:lstStyle>
            <a:lvl1pPr algn="l">
              <a:defRPr sz="360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137011" y="1177436"/>
            <a:ext cx="6594035"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093247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7437549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4532331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7943" y="883703"/>
            <a:ext cx="8093365" cy="763525"/>
          </a:xfrm>
        </p:spPr>
        <p:txBody>
          <a:bodyPr>
            <a:normAutofit/>
          </a:bodyPr>
          <a:lstStyle>
            <a:lvl1pPr algn="ctr">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832494"/>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304891"/>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832494"/>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304891"/>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9891614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2158936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1471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705934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1897806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48580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7147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44950" y="3182570"/>
            <a:ext cx="5650085" cy="763525"/>
          </a:xfrm>
          <a:noFill/>
          <a:effectLst>
            <a:outerShdw blurRad="50800" dist="38100" dir="2700000" algn="tl" rotWithShape="0">
              <a:prstClr val="black">
                <a:alpha val="40000"/>
              </a:prstClr>
            </a:outerShdw>
          </a:effectLst>
        </p:spPr>
        <p:txBody>
          <a:bodyPr>
            <a:normAutofit/>
          </a:bodyPr>
          <a:lstStyle>
            <a:lvl1pPr algn="r">
              <a:defRPr sz="3600">
                <a:solidFill>
                  <a:srgbClr val="66FFFF"/>
                </a:solidFill>
              </a:defRPr>
            </a:lvl1pPr>
          </a:lstStyle>
          <a:p>
            <a:r>
              <a:rPr lang="en-US" dirty="0"/>
              <a:t>Click to edit Master title style</a:t>
            </a:r>
          </a:p>
        </p:txBody>
      </p:sp>
      <p:sp>
        <p:nvSpPr>
          <p:cNvPr id="3" name="Subtitle 2"/>
          <p:cNvSpPr>
            <a:spLocks noGrp="1"/>
          </p:cNvSpPr>
          <p:nvPr>
            <p:ph type="subTitle" idx="1"/>
          </p:nvPr>
        </p:nvSpPr>
        <p:spPr>
          <a:xfrm>
            <a:off x="3044950" y="3946095"/>
            <a:ext cx="5650085" cy="610820"/>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4540237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502815"/>
            <a:ext cx="8246070" cy="610821"/>
          </a:xfrm>
        </p:spPr>
        <p:txBody>
          <a:bodyPr>
            <a:normAutofit/>
          </a:bodyPr>
          <a:lstStyle>
            <a:lvl1pPr algn="r">
              <a:defRPr sz="3600" baseline="0">
                <a:solidFill>
                  <a:srgbClr val="66FF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2113635"/>
            <a:ext cx="8246070" cy="2595985"/>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8276392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8965" y="281175"/>
            <a:ext cx="6108200" cy="572644"/>
          </a:xfrm>
        </p:spPr>
        <p:txBody>
          <a:bodyPr>
            <a:normAutofit/>
          </a:bodyPr>
          <a:lstStyle>
            <a:lvl1pPr algn="l">
              <a:defRPr sz="3600">
                <a:solidFill>
                  <a:srgbClr val="66FF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1044701"/>
            <a:ext cx="6108200" cy="3663766"/>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3797897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7998136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4133430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350110"/>
            <a:ext cx="8246070" cy="610820"/>
          </a:xfrm>
        </p:spPr>
        <p:txBody>
          <a:bodyPr>
            <a:normAutofit/>
          </a:bodyPr>
          <a:lstStyle>
            <a:lvl1pPr algn="r">
              <a:defRPr sz="3600" baseline="0">
                <a:solidFill>
                  <a:srgbClr val="66FFF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448965" y="1946648"/>
            <a:ext cx="4209330" cy="479822"/>
          </a:xfrm>
        </p:spPr>
        <p:txBody>
          <a:bodyPr anchor="b"/>
          <a:lstStyle>
            <a:lvl1pPr marL="0" indent="0" algn="ctr">
              <a:buNone/>
              <a:defRPr sz="2400" b="1">
                <a:solidFill>
                  <a:srgbClr val="66FF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48965" y="2419045"/>
            <a:ext cx="4209330"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484051" y="1946648"/>
            <a:ext cx="4210984" cy="479822"/>
          </a:xfrm>
        </p:spPr>
        <p:txBody>
          <a:bodyPr anchor="b"/>
          <a:lstStyle>
            <a:lvl1pPr marL="0" indent="0" algn="ctr">
              <a:buNone/>
              <a:defRPr sz="2400" b="1">
                <a:solidFill>
                  <a:srgbClr val="66FF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484051" y="2419045"/>
            <a:ext cx="4210984"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451366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405865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87245698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411843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666660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515444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BF24FCFA-A05A-4916-95EB-816DFB957D2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98921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88142" y="3259394"/>
            <a:ext cx="7879110" cy="891026"/>
          </a:xfrm>
          <a:noFill/>
          <a:effectLst>
            <a:outerShdw blurRad="50800" dist="38100" dir="2700000" algn="tl" rotWithShape="0">
              <a:prstClr val="black">
                <a:alpha val="40000"/>
              </a:prstClr>
            </a:outerShdw>
          </a:effectLst>
        </p:spPr>
        <p:txBody>
          <a:bodyPr>
            <a:normAutofit/>
          </a:bodyPr>
          <a:lstStyle>
            <a:lvl1pPr algn="l">
              <a:defRPr sz="3600">
                <a:solidFill>
                  <a:srgbClr val="FF0000"/>
                </a:solidFill>
              </a:defRPr>
            </a:lvl1pPr>
          </a:lstStyle>
          <a:p>
            <a:r>
              <a:rPr lang="en-US" dirty="0"/>
              <a:t>Click to edit Master title style</a:t>
            </a:r>
          </a:p>
        </p:txBody>
      </p:sp>
      <p:sp>
        <p:nvSpPr>
          <p:cNvPr id="3" name="Subtitle 2"/>
          <p:cNvSpPr>
            <a:spLocks noGrp="1"/>
          </p:cNvSpPr>
          <p:nvPr>
            <p:ph type="subTitle" idx="1"/>
          </p:nvPr>
        </p:nvSpPr>
        <p:spPr>
          <a:xfrm>
            <a:off x="987216" y="4194665"/>
            <a:ext cx="7865066" cy="763525"/>
          </a:xfrm>
        </p:spPr>
        <p:txBody>
          <a:bodyPr>
            <a:normAutofit/>
          </a:bodyPr>
          <a:lstStyle>
            <a:lvl1pPr marL="0" indent="0" algn="l">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1373728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224336"/>
            <a:ext cx="8246070" cy="763526"/>
          </a:xfrm>
        </p:spPr>
        <p:txBody>
          <a:bodyPr>
            <a:normAutofit/>
          </a:bodyPr>
          <a:lstStyle>
            <a:lvl1pPr algn="r">
              <a:defRPr sz="3600" baseline="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120877"/>
            <a:ext cx="8246070" cy="3741445"/>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3874805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86835" y="281175"/>
            <a:ext cx="6260905" cy="725349"/>
          </a:xfrm>
        </p:spPr>
        <p:txBody>
          <a:bodyPr>
            <a:normAutofit/>
          </a:bodyPr>
          <a:lstStyle>
            <a:lvl1pPr algn="l">
              <a:defRPr sz="360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586835" y="1044700"/>
            <a:ext cx="6260905"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99449871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227557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26100386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7" y="205283"/>
            <a:ext cx="8093365" cy="763525"/>
          </a:xfrm>
        </p:spPr>
        <p:txBody>
          <a:bodyPr>
            <a:normAutofit/>
          </a:bodyPr>
          <a:lstStyle>
            <a:lvl1pPr algn="r">
              <a:defRPr sz="3600" baseline="0">
                <a:solidFill>
                  <a:srgbClr val="FF00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55519"/>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27916"/>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19"/>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6"/>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1535668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6322170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93652734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7176146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51996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74929490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53197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ar-EG"/>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ar-EG"/>
          </a:p>
        </p:txBody>
      </p:sp>
      <p:sp>
        <p:nvSpPr>
          <p:cNvPr id="4" name="Date Placeholder 3"/>
          <p:cNvSpPr>
            <a:spLocks noGrp="1"/>
          </p:cNvSpPr>
          <p:nvPr>
            <p:ph type="dt" sz="half" idx="10"/>
          </p:nvPr>
        </p:nvSpPr>
        <p:spPr/>
        <p:txBody>
          <a:bodyPr/>
          <a:lstStyle/>
          <a:p>
            <a:fld id="{A42929AC-9DF8-4E7E-9FFA-C5A4860357E1}" type="datetimeFigureOut">
              <a:rPr lang="ar-EG" smtClean="0"/>
              <a:t>29/05/1443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268653650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A42929AC-9DF8-4E7E-9FFA-C5A4860357E1}" type="datetimeFigureOut">
              <a:rPr lang="ar-EG" smtClean="0"/>
              <a:t>29/05/1443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4768002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r">
              <a:defRPr sz="3600" b="1" cap="all"/>
            </a:lvl1pPr>
          </a:lstStyle>
          <a:p>
            <a:r>
              <a:rPr lang="en-US"/>
              <a:t>Click to edit Master title style</a:t>
            </a:r>
            <a:endParaRPr lang="ar-EG"/>
          </a:p>
        </p:txBody>
      </p:sp>
      <p:sp>
        <p:nvSpPr>
          <p:cNvPr id="3" name="Text Placeholder 2"/>
          <p:cNvSpPr>
            <a:spLocks noGrp="1"/>
          </p:cNvSpPr>
          <p:nvPr>
            <p:ph type="body" idx="1"/>
          </p:nvPr>
        </p:nvSpPr>
        <p:spPr>
          <a:xfrm>
            <a:off x="722313" y="2180036"/>
            <a:ext cx="777240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2929AC-9DF8-4E7E-9FFA-C5A4860357E1}" type="datetimeFigureOut">
              <a:rPr lang="ar-EG" smtClean="0"/>
              <a:t>29/05/1443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4378095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sz="half" idx="1"/>
          </p:nvPr>
        </p:nvSpPr>
        <p:spPr>
          <a:xfrm>
            <a:off x="457200" y="1200151"/>
            <a:ext cx="403860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p:cNvSpPr>
            <a:spLocks noGrp="1"/>
          </p:cNvSpPr>
          <p:nvPr>
            <p:ph sz="half" idx="2"/>
          </p:nvPr>
        </p:nvSpPr>
        <p:spPr>
          <a:xfrm>
            <a:off x="4648200" y="1200151"/>
            <a:ext cx="403860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p:cNvSpPr>
            <a:spLocks noGrp="1"/>
          </p:cNvSpPr>
          <p:nvPr>
            <p:ph type="dt" sz="half" idx="10"/>
          </p:nvPr>
        </p:nvSpPr>
        <p:spPr/>
        <p:txBody>
          <a:bodyPr/>
          <a:lstStyle/>
          <a:p>
            <a:fld id="{A42929AC-9DF8-4E7E-9FFA-C5A4860357E1}" type="datetimeFigureOut">
              <a:rPr lang="ar-EG" smtClean="0"/>
              <a:t>29/05/1443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74226788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ar-EG"/>
          </a:p>
        </p:txBody>
      </p:sp>
      <p:sp>
        <p:nvSpPr>
          <p:cNvPr id="3" name="Text Placeholder 2"/>
          <p:cNvSpPr>
            <a:spLocks noGrp="1"/>
          </p:cNvSpPr>
          <p:nvPr>
            <p:ph type="body" idx="1"/>
          </p:nvPr>
        </p:nvSpPr>
        <p:spPr>
          <a:xfrm>
            <a:off x="457201" y="1151335"/>
            <a:ext cx="404018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1" y="1631156"/>
            <a:ext cx="404018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p:cNvSpPr>
            <a:spLocks noGrp="1"/>
          </p:cNvSpPr>
          <p:nvPr>
            <p:ph type="body" sz="quarter" idx="3"/>
          </p:nvPr>
        </p:nvSpPr>
        <p:spPr>
          <a:xfrm>
            <a:off x="4645029" y="1151335"/>
            <a:ext cx="4041775"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9" y="1631156"/>
            <a:ext cx="4041775"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p:cNvSpPr>
            <a:spLocks noGrp="1"/>
          </p:cNvSpPr>
          <p:nvPr>
            <p:ph type="dt" sz="half" idx="10"/>
          </p:nvPr>
        </p:nvSpPr>
        <p:spPr/>
        <p:txBody>
          <a:bodyPr/>
          <a:lstStyle/>
          <a:p>
            <a:fld id="{A42929AC-9DF8-4E7E-9FFA-C5A4860357E1}" type="datetimeFigureOut">
              <a:rPr lang="ar-EG" smtClean="0"/>
              <a:t>29/05/1443</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5408338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Date Placeholder 2"/>
          <p:cNvSpPr>
            <a:spLocks noGrp="1"/>
          </p:cNvSpPr>
          <p:nvPr>
            <p:ph type="dt" sz="half" idx="10"/>
          </p:nvPr>
        </p:nvSpPr>
        <p:spPr/>
        <p:txBody>
          <a:bodyPr/>
          <a:lstStyle/>
          <a:p>
            <a:fld id="{A42929AC-9DF8-4E7E-9FFA-C5A4860357E1}" type="datetimeFigureOut">
              <a:rPr lang="ar-EG" smtClean="0"/>
              <a:t>29/05/1443</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58569630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929AC-9DF8-4E7E-9FFA-C5A4860357E1}" type="datetimeFigureOut">
              <a:rPr lang="ar-EG" smtClean="0"/>
              <a:t>29/05/1443</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11921594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04787"/>
            <a:ext cx="3008313" cy="871538"/>
          </a:xfrm>
        </p:spPr>
        <p:txBody>
          <a:bodyPr anchor="b"/>
          <a:lstStyle>
            <a:lvl1pPr algn="r">
              <a:defRPr sz="1800" b="1"/>
            </a:lvl1pPr>
          </a:lstStyle>
          <a:p>
            <a:r>
              <a:rPr lang="en-US"/>
              <a:t>Click to edit Master title style</a:t>
            </a:r>
            <a:endParaRPr lang="ar-EG"/>
          </a:p>
        </p:txBody>
      </p:sp>
      <p:sp>
        <p:nvSpPr>
          <p:cNvPr id="3" name="Content Placeholder 2"/>
          <p:cNvSpPr>
            <a:spLocks noGrp="1"/>
          </p:cNvSpPr>
          <p:nvPr>
            <p:ph idx="1"/>
          </p:nvPr>
        </p:nvSpPr>
        <p:spPr>
          <a:xfrm>
            <a:off x="3575053" y="204789"/>
            <a:ext cx="5111751"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p:cNvSpPr>
            <a:spLocks noGrp="1"/>
          </p:cNvSpPr>
          <p:nvPr>
            <p:ph type="body" sz="half" idx="2"/>
          </p:nvPr>
        </p:nvSpPr>
        <p:spPr>
          <a:xfrm>
            <a:off x="457204" y="1076327"/>
            <a:ext cx="3008313"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A42929AC-9DF8-4E7E-9FFA-C5A4860357E1}" type="datetimeFigureOut">
              <a:rPr lang="ar-EG" smtClean="0"/>
              <a:t>29/05/1443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76393077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r">
              <a:defRPr sz="1800" b="1"/>
            </a:lvl1pPr>
          </a:lstStyle>
          <a:p>
            <a:r>
              <a:rPr lang="en-US"/>
              <a:t>Click to edit Master title style</a:t>
            </a:r>
            <a:endParaRPr lang="ar-EG"/>
          </a:p>
        </p:txBody>
      </p:sp>
      <p:sp>
        <p:nvSpPr>
          <p:cNvPr id="3" name="Picture Placeholder 2"/>
          <p:cNvSpPr>
            <a:spLocks noGrp="1"/>
          </p:cNvSpPr>
          <p:nvPr>
            <p:ph type="pic" idx="1"/>
          </p:nvPr>
        </p:nvSpPr>
        <p:spPr>
          <a:xfrm>
            <a:off x="1792288" y="459581"/>
            <a:ext cx="548640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ar-EG"/>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A42929AC-9DF8-4E7E-9FFA-C5A4860357E1}" type="datetimeFigureOut">
              <a:rPr lang="ar-EG" smtClean="0"/>
              <a:t>29/05/1443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7798467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A42929AC-9DF8-4E7E-9FFA-C5A4860357E1}" type="datetimeFigureOut">
              <a:rPr lang="ar-EG" smtClean="0"/>
              <a:t>29/05/1443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56289871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ar-EG"/>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A42929AC-9DF8-4E7E-9FFA-C5A4860357E1}" type="datetimeFigureOut">
              <a:rPr lang="ar-EG" smtClean="0"/>
              <a:t>29/05/1443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116179D-624C-475B-A6F3-53AF396E583F}" type="slidenum">
              <a:rPr lang="ar-EG" smtClean="0"/>
              <a:t>‹#›</a:t>
            </a:fld>
            <a:endParaRPr lang="ar-EG"/>
          </a:p>
        </p:txBody>
      </p:sp>
    </p:spTree>
    <p:extLst>
      <p:ext uri="{BB962C8B-B14F-4D97-AF65-F5344CB8AC3E}">
        <p14:creationId xmlns:p14="http://schemas.microsoft.com/office/powerpoint/2010/main" val="361556929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443" indent="0" algn="ctr">
              <a:buNone/>
              <a:defRPr sz="1500"/>
            </a:lvl2pPr>
            <a:lvl3pPr marL="684933" indent="0" algn="ctr">
              <a:buNone/>
              <a:defRPr sz="1400"/>
            </a:lvl3pPr>
            <a:lvl4pPr marL="1027400" indent="0" algn="ctr">
              <a:buNone/>
              <a:defRPr sz="1200"/>
            </a:lvl4pPr>
            <a:lvl5pPr marL="1369866" indent="0" algn="ctr">
              <a:buNone/>
              <a:defRPr sz="1200"/>
            </a:lvl5pPr>
            <a:lvl6pPr marL="1712357" indent="0" algn="ctr">
              <a:buNone/>
              <a:defRPr sz="1200"/>
            </a:lvl6pPr>
            <a:lvl7pPr marL="2054798" indent="0" algn="ctr">
              <a:buNone/>
              <a:defRPr sz="1200"/>
            </a:lvl7pPr>
            <a:lvl8pPr marL="2397240" indent="0" algn="ctr">
              <a:buNone/>
              <a:defRPr sz="1200"/>
            </a:lvl8pPr>
            <a:lvl9pPr marL="2739683"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990100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3886397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55"/>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443" indent="0">
              <a:buNone/>
              <a:defRPr sz="1500">
                <a:solidFill>
                  <a:schemeClr val="tx1">
                    <a:tint val="75000"/>
                  </a:schemeClr>
                </a:solidFill>
              </a:defRPr>
            </a:lvl2pPr>
            <a:lvl3pPr marL="684933" indent="0">
              <a:buNone/>
              <a:defRPr sz="1400">
                <a:solidFill>
                  <a:schemeClr val="tx1">
                    <a:tint val="75000"/>
                  </a:schemeClr>
                </a:solidFill>
              </a:defRPr>
            </a:lvl3pPr>
            <a:lvl4pPr marL="1027400" indent="0">
              <a:buNone/>
              <a:defRPr sz="1200">
                <a:solidFill>
                  <a:schemeClr val="tx1">
                    <a:tint val="75000"/>
                  </a:schemeClr>
                </a:solidFill>
              </a:defRPr>
            </a:lvl4pPr>
            <a:lvl5pPr marL="1369866" indent="0">
              <a:buNone/>
              <a:defRPr sz="1200">
                <a:solidFill>
                  <a:schemeClr val="tx1">
                    <a:tint val="75000"/>
                  </a:schemeClr>
                </a:solidFill>
              </a:defRPr>
            </a:lvl5pPr>
            <a:lvl6pPr marL="1712357" indent="0">
              <a:buNone/>
              <a:defRPr sz="1200">
                <a:solidFill>
                  <a:schemeClr val="tx1">
                    <a:tint val="75000"/>
                  </a:schemeClr>
                </a:solidFill>
              </a:defRPr>
            </a:lvl6pPr>
            <a:lvl7pPr marL="2054798" indent="0">
              <a:buNone/>
              <a:defRPr sz="1200">
                <a:solidFill>
                  <a:schemeClr val="tx1">
                    <a:tint val="75000"/>
                  </a:schemeClr>
                </a:solidFill>
              </a:defRPr>
            </a:lvl7pPr>
            <a:lvl8pPr marL="2397240" indent="0">
              <a:buNone/>
              <a:defRPr sz="1200">
                <a:solidFill>
                  <a:schemeClr val="tx1">
                    <a:tint val="75000"/>
                  </a:schemeClr>
                </a:solidFill>
              </a:defRPr>
            </a:lvl8pPr>
            <a:lvl9pPr marL="2739683"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964477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745594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443" indent="0">
              <a:buNone/>
              <a:defRPr sz="1500" b="1"/>
            </a:lvl2pPr>
            <a:lvl3pPr marL="684933" indent="0">
              <a:buNone/>
              <a:defRPr sz="1400" b="1"/>
            </a:lvl3pPr>
            <a:lvl4pPr marL="1027400" indent="0">
              <a:buNone/>
              <a:defRPr sz="1200" b="1"/>
            </a:lvl4pPr>
            <a:lvl5pPr marL="1369866" indent="0">
              <a:buNone/>
              <a:defRPr sz="1200" b="1"/>
            </a:lvl5pPr>
            <a:lvl6pPr marL="1712357" indent="0">
              <a:buNone/>
              <a:defRPr sz="1200" b="1"/>
            </a:lvl6pPr>
            <a:lvl7pPr marL="2054798" indent="0">
              <a:buNone/>
              <a:defRPr sz="1200" b="1"/>
            </a:lvl7pPr>
            <a:lvl8pPr marL="2397240" indent="0">
              <a:buNone/>
              <a:defRPr sz="1200" b="1"/>
            </a:lvl8pPr>
            <a:lvl9pPr marL="2739683"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260872"/>
            <a:ext cx="3887391" cy="617934"/>
          </a:xfrm>
        </p:spPr>
        <p:txBody>
          <a:bodyPr anchor="b"/>
          <a:lstStyle>
            <a:lvl1pPr marL="0" indent="0">
              <a:buNone/>
              <a:defRPr sz="1800" b="1"/>
            </a:lvl1pPr>
            <a:lvl2pPr marL="342443" indent="0">
              <a:buNone/>
              <a:defRPr sz="1500" b="1"/>
            </a:lvl2pPr>
            <a:lvl3pPr marL="684933" indent="0">
              <a:buNone/>
              <a:defRPr sz="1400" b="1"/>
            </a:lvl3pPr>
            <a:lvl4pPr marL="1027400" indent="0">
              <a:buNone/>
              <a:defRPr sz="1200" b="1"/>
            </a:lvl4pPr>
            <a:lvl5pPr marL="1369866" indent="0">
              <a:buNone/>
              <a:defRPr sz="1200" b="1"/>
            </a:lvl5pPr>
            <a:lvl6pPr marL="1712357" indent="0">
              <a:buNone/>
              <a:defRPr sz="1200" b="1"/>
            </a:lvl6pPr>
            <a:lvl7pPr marL="2054798" indent="0">
              <a:buNone/>
              <a:defRPr sz="1200" b="1"/>
            </a:lvl7pPr>
            <a:lvl8pPr marL="2397240" indent="0">
              <a:buNone/>
              <a:defRPr sz="1200" b="1"/>
            </a:lvl8pPr>
            <a:lvl9pPr marL="2739683"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2"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9863963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6910360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286394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74062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443" indent="0">
              <a:buNone/>
              <a:defRPr sz="1100"/>
            </a:lvl2pPr>
            <a:lvl3pPr marL="684933" indent="0">
              <a:buNone/>
              <a:defRPr sz="900"/>
            </a:lvl3pPr>
            <a:lvl4pPr marL="1027400" indent="0">
              <a:buNone/>
              <a:defRPr sz="800"/>
            </a:lvl4pPr>
            <a:lvl5pPr marL="1369866" indent="0">
              <a:buNone/>
              <a:defRPr sz="800"/>
            </a:lvl5pPr>
            <a:lvl6pPr marL="1712357" indent="0">
              <a:buNone/>
              <a:defRPr sz="800"/>
            </a:lvl6pPr>
            <a:lvl7pPr marL="2054798" indent="0">
              <a:buNone/>
              <a:defRPr sz="800"/>
            </a:lvl7pPr>
            <a:lvl8pPr marL="2397240" indent="0">
              <a:buNone/>
              <a:defRPr sz="800"/>
            </a:lvl8pPr>
            <a:lvl9pPr marL="2739683"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446607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740620"/>
            <a:ext cx="4629150" cy="3655219"/>
          </a:xfrm>
        </p:spPr>
        <p:txBody>
          <a:bodyPr/>
          <a:lstStyle>
            <a:lvl1pPr marL="0" indent="0">
              <a:buNone/>
              <a:defRPr sz="2400"/>
            </a:lvl1pPr>
            <a:lvl2pPr marL="342443" indent="0">
              <a:buNone/>
              <a:defRPr sz="2100"/>
            </a:lvl2pPr>
            <a:lvl3pPr marL="684933" indent="0">
              <a:buNone/>
              <a:defRPr sz="1800"/>
            </a:lvl3pPr>
            <a:lvl4pPr marL="1027400" indent="0">
              <a:buNone/>
              <a:defRPr sz="1500"/>
            </a:lvl4pPr>
            <a:lvl5pPr marL="1369866" indent="0">
              <a:buNone/>
              <a:defRPr sz="1500"/>
            </a:lvl5pPr>
            <a:lvl6pPr marL="1712357" indent="0">
              <a:buNone/>
              <a:defRPr sz="1500"/>
            </a:lvl6pPr>
            <a:lvl7pPr marL="2054798" indent="0">
              <a:buNone/>
              <a:defRPr sz="1500"/>
            </a:lvl7pPr>
            <a:lvl8pPr marL="2397240" indent="0">
              <a:buNone/>
              <a:defRPr sz="1500"/>
            </a:lvl8pPr>
            <a:lvl9pPr marL="2739683" indent="0">
              <a:buNone/>
              <a:defRPr sz="1500"/>
            </a:lvl9pPr>
          </a:lstStyle>
          <a:p>
            <a:endParaRPr lang="zh-CN" altLang="en-US"/>
          </a:p>
        </p:txBody>
      </p:sp>
      <p:sp>
        <p:nvSpPr>
          <p:cNvPr id="4" name="文本占位符 3"/>
          <p:cNvSpPr>
            <a:spLocks noGrp="1"/>
          </p:cNvSpPr>
          <p:nvPr>
            <p:ph type="body" sz="half" idx="2"/>
          </p:nvPr>
        </p:nvSpPr>
        <p:spPr>
          <a:xfrm>
            <a:off x="629841" y="1543052"/>
            <a:ext cx="2949178" cy="2858691"/>
          </a:xfrm>
        </p:spPr>
        <p:txBody>
          <a:bodyPr/>
          <a:lstStyle>
            <a:lvl1pPr marL="0" indent="0">
              <a:buNone/>
              <a:defRPr sz="1200"/>
            </a:lvl1pPr>
            <a:lvl2pPr marL="342443" indent="0">
              <a:buNone/>
              <a:defRPr sz="1100"/>
            </a:lvl2pPr>
            <a:lvl3pPr marL="684933" indent="0">
              <a:buNone/>
              <a:defRPr sz="900"/>
            </a:lvl3pPr>
            <a:lvl4pPr marL="1027400" indent="0">
              <a:buNone/>
              <a:defRPr sz="800"/>
            </a:lvl4pPr>
            <a:lvl5pPr marL="1369866" indent="0">
              <a:buNone/>
              <a:defRPr sz="800"/>
            </a:lvl5pPr>
            <a:lvl6pPr marL="1712357" indent="0">
              <a:buNone/>
              <a:defRPr sz="800"/>
            </a:lvl6pPr>
            <a:lvl7pPr marL="2054798" indent="0">
              <a:buNone/>
              <a:defRPr sz="800"/>
            </a:lvl7pPr>
            <a:lvl8pPr marL="2397240" indent="0">
              <a:buNone/>
              <a:defRPr sz="800"/>
            </a:lvl8pPr>
            <a:lvl9pPr marL="2739683" indent="0">
              <a:buNone/>
              <a:defRPr sz="8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4450962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92680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3895"/>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273895"/>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solidFill>
                  <a:prstClr val="black">
                    <a:tint val="75000"/>
                  </a:prstClr>
                </a:solidFill>
              </a:rPr>
              <a:pPr/>
              <a:t>2022/1/2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565CE74E-AB26-4998-AD42-012C4C1AD07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0072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5.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6.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8.jp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11.jp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0.xml"/><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theme" Target="../theme/theme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465" tIns="34289" rIns="68465" bIns="34289"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68465" tIns="34289" rIns="68465" bIns="3428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68465" tIns="34289" rIns="68465" bIns="34289" rtlCol="0" anchor="ctr"/>
          <a:lstStyle>
            <a:lvl1pPr algn="l">
              <a:defRPr sz="900">
                <a:solidFill>
                  <a:schemeClr val="tx1">
                    <a:tint val="75000"/>
                  </a:schemeClr>
                </a:solidFill>
                <a:ea typeface="微软雅黑 Light" panose="020B0502040204020203" pitchFamily="34" charset="-122"/>
              </a:defRPr>
            </a:lvl1pPr>
          </a:lstStyle>
          <a:p>
            <a:pPr defTabSz="684491"/>
            <a:fld id="{D997B5FA-0921-464F-AAE1-844C04324D75}" type="datetimeFigureOut">
              <a:rPr lang="zh-CN" altLang="en-US" smtClean="0">
                <a:solidFill>
                  <a:prstClr val="black">
                    <a:tint val="75000"/>
                  </a:prstClr>
                </a:solidFill>
              </a:rPr>
              <a:pPr defTabSz="684491"/>
              <a:t>2022/1/2</a:t>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028950" y="4767264"/>
            <a:ext cx="3086100" cy="273844"/>
          </a:xfrm>
          <a:prstGeom prst="rect">
            <a:avLst/>
          </a:prstGeom>
        </p:spPr>
        <p:txBody>
          <a:bodyPr vert="horz" lIns="68465" tIns="34289" rIns="68465" bIns="34289" rtlCol="0" anchor="ctr"/>
          <a:lstStyle>
            <a:lvl1pPr algn="ctr">
              <a:defRPr sz="900">
                <a:solidFill>
                  <a:schemeClr val="tx1">
                    <a:tint val="75000"/>
                  </a:schemeClr>
                </a:solidFill>
                <a:ea typeface="微软雅黑 Light" panose="020B0502040204020203" pitchFamily="34" charset="-122"/>
              </a:defRPr>
            </a:lvl1pPr>
          </a:lstStyle>
          <a:p>
            <a:pPr defTabSz="684491"/>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68465" tIns="34289" rIns="68465" bIns="34289" rtlCol="0" anchor="ctr"/>
          <a:lstStyle>
            <a:lvl1pPr algn="r">
              <a:defRPr sz="900">
                <a:solidFill>
                  <a:schemeClr val="tx1">
                    <a:tint val="75000"/>
                  </a:schemeClr>
                </a:solidFill>
                <a:ea typeface="微软雅黑 Light" panose="020B0502040204020203" pitchFamily="34" charset="-122"/>
              </a:defRPr>
            </a:lvl1pPr>
          </a:lstStyle>
          <a:p>
            <a:pPr defTabSz="684491"/>
            <a:fld id="{565CE74E-AB26-4998-AD42-012C4C1AD076}" type="slidenum">
              <a:rPr lang="zh-CN" altLang="en-US" smtClean="0">
                <a:solidFill>
                  <a:prstClr val="black">
                    <a:tint val="75000"/>
                  </a:prstClr>
                </a:solidFill>
              </a:rPr>
              <a:pPr defTabSz="684491"/>
              <a:t>‹#›</a:t>
            </a:fld>
            <a:endParaRPr lang="zh-CN" altLang="en-US" dirty="0">
              <a:solidFill>
                <a:prstClr val="black">
                  <a:tint val="75000"/>
                </a:prstClr>
              </a:solidFill>
            </a:endParaRPr>
          </a:p>
        </p:txBody>
      </p:sp>
    </p:spTree>
    <p:extLst>
      <p:ext uri="{BB962C8B-B14F-4D97-AF65-F5344CB8AC3E}">
        <p14:creationId xmlns:p14="http://schemas.microsoft.com/office/powerpoint/2010/main" val="42561624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684491" rtl="0" eaLnBrk="1" latinLnBrk="0" hangingPunct="1">
        <a:lnSpc>
          <a:spcPct val="90000"/>
        </a:lnSpc>
        <a:spcBef>
          <a:spcPct val="0"/>
        </a:spcBef>
        <a:buNone/>
        <a:defRPr sz="3300" kern="1200">
          <a:solidFill>
            <a:schemeClr val="tx1"/>
          </a:solidFill>
          <a:latin typeface="+mj-lt"/>
          <a:ea typeface="微软雅黑 Light" panose="020B0502040204020203" pitchFamily="34" charset="-122"/>
          <a:cs typeface="+mj-cs"/>
        </a:defRPr>
      </a:lvl1pPr>
    </p:titleStyle>
    <p:bodyStyle>
      <a:lvl1pPr marL="171142" indent="-171142" algn="l" defTabSz="684491"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微软雅黑 Light" panose="020B0502040204020203" pitchFamily="34" charset="-122"/>
          <a:cs typeface="+mn-cs"/>
        </a:defRPr>
      </a:lvl1pPr>
      <a:lvl2pPr marL="513425" indent="-171142" algn="l" defTabSz="684491"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微软雅黑 Light" panose="020B0502040204020203" pitchFamily="34" charset="-122"/>
          <a:cs typeface="+mn-cs"/>
        </a:defRPr>
      </a:lvl2pPr>
      <a:lvl3pPr marL="855632" indent="-171142" algn="l" defTabSz="684491"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微软雅黑 Light" panose="020B0502040204020203" pitchFamily="34" charset="-122"/>
          <a:cs typeface="+mn-cs"/>
        </a:defRPr>
      </a:lvl3pPr>
      <a:lvl4pPr marL="1197840"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4pPr>
      <a:lvl5pPr marL="1540049"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5pPr>
      <a:lvl6pPr marL="1882331"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4577"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66822"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09105" indent="-171142" algn="l" defTabSz="684491"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4491" rtl="0" eaLnBrk="1" latinLnBrk="0" hangingPunct="1">
        <a:defRPr sz="1400" kern="1200">
          <a:solidFill>
            <a:schemeClr val="tx1"/>
          </a:solidFill>
          <a:latin typeface="+mn-lt"/>
          <a:ea typeface="+mn-ea"/>
          <a:cs typeface="+mn-cs"/>
        </a:defRPr>
      </a:lvl1pPr>
      <a:lvl2pPr marL="342209" algn="l" defTabSz="684491" rtl="0" eaLnBrk="1" latinLnBrk="0" hangingPunct="1">
        <a:defRPr sz="1400" kern="1200">
          <a:solidFill>
            <a:schemeClr val="tx1"/>
          </a:solidFill>
          <a:latin typeface="+mn-lt"/>
          <a:ea typeface="+mn-ea"/>
          <a:cs typeface="+mn-cs"/>
        </a:defRPr>
      </a:lvl2pPr>
      <a:lvl3pPr marL="684491" algn="l" defTabSz="684491" rtl="0" eaLnBrk="1" latinLnBrk="0" hangingPunct="1">
        <a:defRPr sz="1400" kern="1200">
          <a:solidFill>
            <a:schemeClr val="tx1"/>
          </a:solidFill>
          <a:latin typeface="+mn-lt"/>
          <a:ea typeface="+mn-ea"/>
          <a:cs typeface="+mn-cs"/>
        </a:defRPr>
      </a:lvl3pPr>
      <a:lvl4pPr marL="1026737" algn="l" defTabSz="684491" rtl="0" eaLnBrk="1" latinLnBrk="0" hangingPunct="1">
        <a:defRPr sz="1400" kern="1200">
          <a:solidFill>
            <a:schemeClr val="tx1"/>
          </a:solidFill>
          <a:latin typeface="+mn-lt"/>
          <a:ea typeface="+mn-ea"/>
          <a:cs typeface="+mn-cs"/>
        </a:defRPr>
      </a:lvl4pPr>
      <a:lvl5pPr marL="1368982" algn="l" defTabSz="684491" rtl="0" eaLnBrk="1" latinLnBrk="0" hangingPunct="1">
        <a:defRPr sz="1400" kern="1200">
          <a:solidFill>
            <a:schemeClr val="tx1"/>
          </a:solidFill>
          <a:latin typeface="+mn-lt"/>
          <a:ea typeface="+mn-ea"/>
          <a:cs typeface="+mn-cs"/>
        </a:defRPr>
      </a:lvl5pPr>
      <a:lvl6pPr marL="1711265" algn="l" defTabSz="684491" rtl="0" eaLnBrk="1" latinLnBrk="0" hangingPunct="1">
        <a:defRPr sz="1400" kern="1200">
          <a:solidFill>
            <a:schemeClr val="tx1"/>
          </a:solidFill>
          <a:latin typeface="+mn-lt"/>
          <a:ea typeface="+mn-ea"/>
          <a:cs typeface="+mn-cs"/>
        </a:defRPr>
      </a:lvl6pPr>
      <a:lvl7pPr marL="2053472" algn="l" defTabSz="684491" rtl="0" eaLnBrk="1" latinLnBrk="0" hangingPunct="1">
        <a:defRPr sz="1400" kern="1200">
          <a:solidFill>
            <a:schemeClr val="tx1"/>
          </a:solidFill>
          <a:latin typeface="+mn-lt"/>
          <a:ea typeface="+mn-ea"/>
          <a:cs typeface="+mn-cs"/>
        </a:defRPr>
      </a:lvl7pPr>
      <a:lvl8pPr marL="2395680" algn="l" defTabSz="684491" rtl="0" eaLnBrk="1" latinLnBrk="0" hangingPunct="1">
        <a:defRPr sz="1400" kern="1200">
          <a:solidFill>
            <a:schemeClr val="tx1"/>
          </a:solidFill>
          <a:latin typeface="+mn-lt"/>
          <a:ea typeface="+mn-ea"/>
          <a:cs typeface="+mn-cs"/>
        </a:defRPr>
      </a:lvl8pPr>
      <a:lvl9pPr marL="2737889" algn="l" defTabSz="684491"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35" tIns="34289" rIns="68535" bIns="34289"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68535" tIns="34289" rIns="68535" bIns="3428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68535" tIns="34289" rIns="68535" bIns="34289" rtlCol="0" anchor="ctr"/>
          <a:lstStyle>
            <a:lvl1pPr algn="l">
              <a:defRPr sz="900">
                <a:solidFill>
                  <a:schemeClr val="tx1">
                    <a:tint val="75000"/>
                  </a:schemeClr>
                </a:solidFill>
                <a:ea typeface="微软雅黑 Light" panose="020B0502040204020203" pitchFamily="34" charset="-122"/>
              </a:defRPr>
            </a:lvl1pPr>
          </a:lstStyle>
          <a:p>
            <a:pPr defTabSz="685290"/>
            <a:fld id="{D997B5FA-0921-464F-AAE1-844C04324D75}" type="datetimeFigureOut">
              <a:rPr lang="zh-CN" altLang="en-US" smtClean="0">
                <a:solidFill>
                  <a:prstClr val="black">
                    <a:tint val="75000"/>
                  </a:prstClr>
                </a:solidFill>
              </a:rPr>
              <a:pPr defTabSz="685290"/>
              <a:t>2022/1/2</a:t>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028950" y="4767264"/>
            <a:ext cx="3086100" cy="273844"/>
          </a:xfrm>
          <a:prstGeom prst="rect">
            <a:avLst/>
          </a:prstGeom>
        </p:spPr>
        <p:txBody>
          <a:bodyPr vert="horz" lIns="68535" tIns="34289" rIns="68535" bIns="34289" rtlCol="0" anchor="ctr"/>
          <a:lstStyle>
            <a:lvl1pPr algn="ctr">
              <a:defRPr sz="900">
                <a:solidFill>
                  <a:schemeClr val="tx1">
                    <a:tint val="75000"/>
                  </a:schemeClr>
                </a:solidFill>
                <a:ea typeface="微软雅黑 Light" panose="020B0502040204020203" pitchFamily="34" charset="-122"/>
              </a:defRPr>
            </a:lvl1pPr>
          </a:lstStyle>
          <a:p>
            <a:pPr defTabSz="685290"/>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68535" tIns="34289" rIns="68535" bIns="34289" rtlCol="0" anchor="ctr"/>
          <a:lstStyle>
            <a:lvl1pPr algn="r">
              <a:defRPr sz="900">
                <a:solidFill>
                  <a:schemeClr val="tx1">
                    <a:tint val="75000"/>
                  </a:schemeClr>
                </a:solidFill>
                <a:ea typeface="微软雅黑 Light" panose="020B0502040204020203" pitchFamily="34" charset="-122"/>
              </a:defRPr>
            </a:lvl1pPr>
          </a:lstStyle>
          <a:p>
            <a:pPr defTabSz="685290"/>
            <a:fld id="{565CE74E-AB26-4998-AD42-012C4C1AD076}" type="slidenum">
              <a:rPr lang="zh-CN" altLang="en-US" smtClean="0">
                <a:solidFill>
                  <a:prstClr val="black">
                    <a:tint val="75000"/>
                  </a:prstClr>
                </a:solidFill>
              </a:rPr>
              <a:pPr defTabSz="685290"/>
              <a:t>‹#›</a:t>
            </a:fld>
            <a:endParaRPr lang="zh-CN" altLang="en-US" dirty="0">
              <a:solidFill>
                <a:prstClr val="black">
                  <a:tint val="75000"/>
                </a:prstClr>
              </a:solidFill>
            </a:endParaRPr>
          </a:p>
        </p:txBody>
      </p:sp>
    </p:spTree>
    <p:extLst>
      <p:ext uri="{BB962C8B-B14F-4D97-AF65-F5344CB8AC3E}">
        <p14:creationId xmlns:p14="http://schemas.microsoft.com/office/powerpoint/2010/main" val="610362672"/>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defTabSz="685290" rtl="0" eaLnBrk="1" latinLnBrk="0" hangingPunct="1">
        <a:lnSpc>
          <a:spcPct val="90000"/>
        </a:lnSpc>
        <a:spcBef>
          <a:spcPct val="0"/>
        </a:spcBef>
        <a:buNone/>
        <a:defRPr sz="3300" kern="1200">
          <a:solidFill>
            <a:schemeClr val="tx1"/>
          </a:solidFill>
          <a:latin typeface="+mj-lt"/>
          <a:ea typeface="微软雅黑 Light" panose="020B0502040204020203" pitchFamily="34" charset="-122"/>
          <a:cs typeface="+mj-cs"/>
        </a:defRPr>
      </a:lvl1pPr>
    </p:titleStyle>
    <p:bodyStyle>
      <a:lvl1pPr marL="171330" indent="-171330" algn="l" defTabSz="68529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微软雅黑 Light" panose="020B0502040204020203" pitchFamily="34" charset="-122"/>
          <a:cs typeface="+mn-cs"/>
        </a:defRPr>
      </a:lvl1pPr>
      <a:lvl2pPr marL="513989" indent="-171330" algn="l" defTabSz="68529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微软雅黑 Light" panose="020B0502040204020203" pitchFamily="34" charset="-122"/>
          <a:cs typeface="+mn-cs"/>
        </a:defRPr>
      </a:lvl2pPr>
      <a:lvl3pPr marL="856619" indent="-171330" algn="l" defTabSz="68529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微软雅黑 Light" panose="020B0502040204020203" pitchFamily="34" charset="-122"/>
          <a:cs typeface="+mn-cs"/>
        </a:defRPr>
      </a:lvl3pPr>
      <a:lvl4pPr marL="1199250"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4pPr>
      <a:lvl5pPr marL="1541882"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5pPr>
      <a:lvl6pPr marL="1884540"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7185"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69830"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2489" indent="-171330" algn="l" defTabSz="68529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290" rtl="0" eaLnBrk="1" latinLnBrk="0" hangingPunct="1">
        <a:defRPr sz="1400" kern="1200">
          <a:solidFill>
            <a:schemeClr val="tx1"/>
          </a:solidFill>
          <a:latin typeface="+mn-lt"/>
          <a:ea typeface="+mn-ea"/>
          <a:cs typeface="+mn-cs"/>
        </a:defRPr>
      </a:lvl1pPr>
      <a:lvl2pPr marL="342632" algn="l" defTabSz="685290" rtl="0" eaLnBrk="1" latinLnBrk="0" hangingPunct="1">
        <a:defRPr sz="1400" kern="1200">
          <a:solidFill>
            <a:schemeClr val="tx1"/>
          </a:solidFill>
          <a:latin typeface="+mn-lt"/>
          <a:ea typeface="+mn-ea"/>
          <a:cs typeface="+mn-cs"/>
        </a:defRPr>
      </a:lvl2pPr>
      <a:lvl3pPr marL="685290" algn="l" defTabSz="685290" rtl="0" eaLnBrk="1" latinLnBrk="0" hangingPunct="1">
        <a:defRPr sz="1400" kern="1200">
          <a:solidFill>
            <a:schemeClr val="tx1"/>
          </a:solidFill>
          <a:latin typeface="+mn-lt"/>
          <a:ea typeface="+mn-ea"/>
          <a:cs typeface="+mn-cs"/>
        </a:defRPr>
      </a:lvl3pPr>
      <a:lvl4pPr marL="1027935" algn="l" defTabSz="685290" rtl="0" eaLnBrk="1" latinLnBrk="0" hangingPunct="1">
        <a:defRPr sz="1400" kern="1200">
          <a:solidFill>
            <a:schemeClr val="tx1"/>
          </a:solidFill>
          <a:latin typeface="+mn-lt"/>
          <a:ea typeface="+mn-ea"/>
          <a:cs typeface="+mn-cs"/>
        </a:defRPr>
      </a:lvl4pPr>
      <a:lvl5pPr marL="1370580" algn="l" defTabSz="685290" rtl="0" eaLnBrk="1" latinLnBrk="0" hangingPunct="1">
        <a:defRPr sz="1400" kern="1200">
          <a:solidFill>
            <a:schemeClr val="tx1"/>
          </a:solidFill>
          <a:latin typeface="+mn-lt"/>
          <a:ea typeface="+mn-ea"/>
          <a:cs typeface="+mn-cs"/>
        </a:defRPr>
      </a:lvl5pPr>
      <a:lvl6pPr marL="1713239" algn="l" defTabSz="685290" rtl="0" eaLnBrk="1" latinLnBrk="0" hangingPunct="1">
        <a:defRPr sz="1400" kern="1200">
          <a:solidFill>
            <a:schemeClr val="tx1"/>
          </a:solidFill>
          <a:latin typeface="+mn-lt"/>
          <a:ea typeface="+mn-ea"/>
          <a:cs typeface="+mn-cs"/>
        </a:defRPr>
      </a:lvl6pPr>
      <a:lvl7pPr marL="2055869" algn="l" defTabSz="685290" rtl="0" eaLnBrk="1" latinLnBrk="0" hangingPunct="1">
        <a:defRPr sz="1400" kern="1200">
          <a:solidFill>
            <a:schemeClr val="tx1"/>
          </a:solidFill>
          <a:latin typeface="+mn-lt"/>
          <a:ea typeface="+mn-ea"/>
          <a:cs typeface="+mn-cs"/>
        </a:defRPr>
      </a:lvl7pPr>
      <a:lvl8pPr marL="2398500" algn="l" defTabSz="685290" rtl="0" eaLnBrk="1" latinLnBrk="0" hangingPunct="1">
        <a:defRPr sz="1400" kern="1200">
          <a:solidFill>
            <a:schemeClr val="tx1"/>
          </a:solidFill>
          <a:latin typeface="+mn-lt"/>
          <a:ea typeface="+mn-ea"/>
          <a:cs typeface="+mn-cs"/>
        </a:defRPr>
      </a:lvl8pPr>
      <a:lvl9pPr marL="2741132" algn="l" defTabSz="68529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64" tIns="34289" rIns="68564" bIns="34289"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68564" tIns="34289" rIns="68564" bIns="3428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68564" tIns="34289" rIns="68564" bIns="34289" rtlCol="0" anchor="ctr"/>
          <a:lstStyle>
            <a:lvl1pPr algn="l">
              <a:defRPr sz="900">
                <a:solidFill>
                  <a:schemeClr val="tx1">
                    <a:tint val="75000"/>
                  </a:schemeClr>
                </a:solidFill>
                <a:ea typeface="微软雅黑 Light" panose="020B0502040204020203" pitchFamily="34" charset="-122"/>
              </a:defRPr>
            </a:lvl1pPr>
          </a:lstStyle>
          <a:p>
            <a:pPr defTabSz="685613"/>
            <a:fld id="{D997B5FA-0921-464F-AAE1-844C04324D75}" type="datetimeFigureOut">
              <a:rPr lang="zh-CN" altLang="en-US" smtClean="0">
                <a:solidFill>
                  <a:prstClr val="black">
                    <a:tint val="75000"/>
                  </a:prstClr>
                </a:solidFill>
              </a:rPr>
              <a:pPr defTabSz="685613"/>
              <a:t>2022/1/2</a:t>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028950" y="4767264"/>
            <a:ext cx="3086100" cy="273844"/>
          </a:xfrm>
          <a:prstGeom prst="rect">
            <a:avLst/>
          </a:prstGeom>
        </p:spPr>
        <p:txBody>
          <a:bodyPr vert="horz" lIns="68564" tIns="34289" rIns="68564" bIns="34289" rtlCol="0" anchor="ctr"/>
          <a:lstStyle>
            <a:lvl1pPr algn="ctr">
              <a:defRPr sz="900">
                <a:solidFill>
                  <a:schemeClr val="tx1">
                    <a:tint val="75000"/>
                  </a:schemeClr>
                </a:solidFill>
                <a:ea typeface="微软雅黑 Light" panose="020B0502040204020203" pitchFamily="34" charset="-122"/>
              </a:defRPr>
            </a:lvl1pPr>
          </a:lstStyle>
          <a:p>
            <a:pPr defTabSz="685613"/>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68564" tIns="34289" rIns="68564" bIns="34289" rtlCol="0" anchor="ctr"/>
          <a:lstStyle>
            <a:lvl1pPr algn="r">
              <a:defRPr sz="900">
                <a:solidFill>
                  <a:schemeClr val="tx1">
                    <a:tint val="75000"/>
                  </a:schemeClr>
                </a:solidFill>
                <a:ea typeface="微软雅黑 Light" panose="020B0502040204020203" pitchFamily="34" charset="-122"/>
              </a:defRPr>
            </a:lvl1pPr>
          </a:lstStyle>
          <a:p>
            <a:pPr defTabSz="685613"/>
            <a:fld id="{565CE74E-AB26-4998-AD42-012C4C1AD076}" type="slidenum">
              <a:rPr lang="zh-CN" altLang="en-US" smtClean="0">
                <a:solidFill>
                  <a:prstClr val="black">
                    <a:tint val="75000"/>
                  </a:prstClr>
                </a:solidFill>
              </a:rPr>
              <a:pPr defTabSz="685613"/>
              <a:t>‹#›</a:t>
            </a:fld>
            <a:endParaRPr lang="zh-CN" altLang="en-US" dirty="0">
              <a:solidFill>
                <a:prstClr val="black">
                  <a:tint val="75000"/>
                </a:prstClr>
              </a:solidFill>
            </a:endParaRPr>
          </a:p>
        </p:txBody>
      </p:sp>
    </p:spTree>
    <p:extLst>
      <p:ext uri="{BB962C8B-B14F-4D97-AF65-F5344CB8AC3E}">
        <p14:creationId xmlns:p14="http://schemas.microsoft.com/office/powerpoint/2010/main" val="1086834829"/>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685613" rtl="0" eaLnBrk="1" latinLnBrk="0" hangingPunct="1">
        <a:lnSpc>
          <a:spcPct val="90000"/>
        </a:lnSpc>
        <a:spcBef>
          <a:spcPct val="0"/>
        </a:spcBef>
        <a:buNone/>
        <a:defRPr sz="3300" kern="1200">
          <a:solidFill>
            <a:schemeClr val="tx1"/>
          </a:solidFill>
          <a:latin typeface="+mj-lt"/>
          <a:ea typeface="微软雅黑 Light" panose="020B0502040204020203" pitchFamily="34" charset="-122"/>
          <a:cs typeface="+mj-cs"/>
        </a:defRPr>
      </a:lvl1pPr>
    </p:titleStyle>
    <p:bodyStyle>
      <a:lvl1pPr marL="171406" indent="-171406" algn="l" defTabSz="68561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微软雅黑 Light" panose="020B0502040204020203" pitchFamily="34" charset="-122"/>
          <a:cs typeface="+mn-cs"/>
        </a:defRPr>
      </a:lvl1pPr>
      <a:lvl2pPr marL="514217" indent="-171406" algn="l" defTabSz="68561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微软雅黑 Light" panose="020B0502040204020203" pitchFamily="34" charset="-122"/>
          <a:cs typeface="+mn-cs"/>
        </a:defRPr>
      </a:lvl2pPr>
      <a:lvl3pPr marL="857018" indent="-171406" algn="l" defTabSz="68561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微软雅黑 Light" panose="020B0502040204020203" pitchFamily="34" charset="-122"/>
          <a:cs typeface="+mn-cs"/>
        </a:defRPr>
      </a:lvl3pPr>
      <a:lvl4pPr marL="1199820"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4pPr>
      <a:lvl5pPr marL="1542623"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5pPr>
      <a:lvl6pPr marL="1885433"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240"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046"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3857" indent="-171406" algn="l" defTabSz="68561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613" rtl="0" eaLnBrk="1" latinLnBrk="0" hangingPunct="1">
        <a:defRPr sz="1400" kern="1200">
          <a:solidFill>
            <a:schemeClr val="tx1"/>
          </a:solidFill>
          <a:latin typeface="+mn-lt"/>
          <a:ea typeface="+mn-ea"/>
          <a:cs typeface="+mn-cs"/>
        </a:defRPr>
      </a:lvl1pPr>
      <a:lvl2pPr marL="342803" algn="l" defTabSz="685613" rtl="0" eaLnBrk="1" latinLnBrk="0" hangingPunct="1">
        <a:defRPr sz="1400" kern="1200">
          <a:solidFill>
            <a:schemeClr val="tx1"/>
          </a:solidFill>
          <a:latin typeface="+mn-lt"/>
          <a:ea typeface="+mn-ea"/>
          <a:cs typeface="+mn-cs"/>
        </a:defRPr>
      </a:lvl2pPr>
      <a:lvl3pPr marL="685613" algn="l" defTabSz="685613" rtl="0" eaLnBrk="1" latinLnBrk="0" hangingPunct="1">
        <a:defRPr sz="1400" kern="1200">
          <a:solidFill>
            <a:schemeClr val="tx1"/>
          </a:solidFill>
          <a:latin typeface="+mn-lt"/>
          <a:ea typeface="+mn-ea"/>
          <a:cs typeface="+mn-cs"/>
        </a:defRPr>
      </a:lvl3pPr>
      <a:lvl4pPr marL="1028420" algn="l" defTabSz="685613" rtl="0" eaLnBrk="1" latinLnBrk="0" hangingPunct="1">
        <a:defRPr sz="1400" kern="1200">
          <a:solidFill>
            <a:schemeClr val="tx1"/>
          </a:solidFill>
          <a:latin typeface="+mn-lt"/>
          <a:ea typeface="+mn-ea"/>
          <a:cs typeface="+mn-cs"/>
        </a:defRPr>
      </a:lvl4pPr>
      <a:lvl5pPr marL="1371226" algn="l" defTabSz="685613" rtl="0" eaLnBrk="1" latinLnBrk="0" hangingPunct="1">
        <a:defRPr sz="1400" kern="1200">
          <a:solidFill>
            <a:schemeClr val="tx1"/>
          </a:solidFill>
          <a:latin typeface="+mn-lt"/>
          <a:ea typeface="+mn-ea"/>
          <a:cs typeface="+mn-cs"/>
        </a:defRPr>
      </a:lvl5pPr>
      <a:lvl6pPr marL="1714037" algn="l" defTabSz="685613" rtl="0" eaLnBrk="1" latinLnBrk="0" hangingPunct="1">
        <a:defRPr sz="1400" kern="1200">
          <a:solidFill>
            <a:schemeClr val="tx1"/>
          </a:solidFill>
          <a:latin typeface="+mn-lt"/>
          <a:ea typeface="+mn-ea"/>
          <a:cs typeface="+mn-cs"/>
        </a:defRPr>
      </a:lvl6pPr>
      <a:lvl7pPr marL="2056838" algn="l" defTabSz="685613" rtl="0" eaLnBrk="1" latinLnBrk="0" hangingPunct="1">
        <a:defRPr sz="1400" kern="1200">
          <a:solidFill>
            <a:schemeClr val="tx1"/>
          </a:solidFill>
          <a:latin typeface="+mn-lt"/>
          <a:ea typeface="+mn-ea"/>
          <a:cs typeface="+mn-cs"/>
        </a:defRPr>
      </a:lvl7pPr>
      <a:lvl8pPr marL="2399640" algn="l" defTabSz="685613" rtl="0" eaLnBrk="1" latinLnBrk="0" hangingPunct="1">
        <a:defRPr sz="1400" kern="1200">
          <a:solidFill>
            <a:schemeClr val="tx1"/>
          </a:solidFill>
          <a:latin typeface="+mn-lt"/>
          <a:ea typeface="+mn-ea"/>
          <a:cs typeface="+mn-cs"/>
        </a:defRPr>
      </a:lvl8pPr>
      <a:lvl9pPr marL="2742443" algn="l" defTabSz="685613" rtl="0" eaLnBrk="1" latinLnBrk="0" hangingPunct="1">
        <a:defRPr sz="1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26100264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2446494643"/>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D700D3-FE8E-494D-B4B7-7D90C94BBEE5}"/>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422940708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684422477"/>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1" anchor="ctr">
            <a:normAutofit/>
          </a:bodyPr>
          <a:lstStyle/>
          <a:p>
            <a:r>
              <a:rPr lang="en-US"/>
              <a:t>Click to edit Master title style</a:t>
            </a:r>
            <a:endParaRPr lang="ar-EG"/>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2"/>
          </p:nvPr>
        </p:nvSpPr>
        <p:spPr>
          <a:xfrm>
            <a:off x="6553200" y="4767264"/>
            <a:ext cx="2133600" cy="273844"/>
          </a:xfrm>
          <a:prstGeom prst="rect">
            <a:avLst/>
          </a:prstGeom>
        </p:spPr>
        <p:txBody>
          <a:bodyPr vert="horz" lIns="91440" tIns="45720" rIns="91440" bIns="45720" rtlCol="1" anchor="ctr"/>
          <a:lstStyle>
            <a:lvl1pPr algn="r">
              <a:defRPr sz="1080">
                <a:solidFill>
                  <a:schemeClr val="tx1">
                    <a:tint val="75000"/>
                  </a:schemeClr>
                </a:solidFill>
              </a:defRPr>
            </a:lvl1pPr>
          </a:lstStyle>
          <a:p>
            <a:fld id="{A42929AC-9DF8-4E7E-9FFA-C5A4860357E1}" type="datetimeFigureOut">
              <a:rPr lang="ar-EG" smtClean="0"/>
              <a:t>29/05/1443</a:t>
            </a:fld>
            <a:endParaRPr lang="ar-EG"/>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1" anchor="ctr"/>
          <a:lstStyle>
            <a:lvl1pPr algn="ctr">
              <a:defRPr sz="1080">
                <a:solidFill>
                  <a:schemeClr val="tx1">
                    <a:tint val="75000"/>
                  </a:schemeClr>
                </a:solidFill>
              </a:defRPr>
            </a:lvl1pPr>
          </a:lstStyle>
          <a:p>
            <a:endParaRPr lang="ar-EG"/>
          </a:p>
        </p:txBody>
      </p:sp>
      <p:sp>
        <p:nvSpPr>
          <p:cNvPr id="6" name="Slide Number Placeholder 5"/>
          <p:cNvSpPr>
            <a:spLocks noGrp="1"/>
          </p:cNvSpPr>
          <p:nvPr>
            <p:ph type="sldNum" sz="quarter" idx="4"/>
          </p:nvPr>
        </p:nvSpPr>
        <p:spPr>
          <a:xfrm>
            <a:off x="457200" y="4767264"/>
            <a:ext cx="2133600" cy="273844"/>
          </a:xfrm>
          <a:prstGeom prst="rect">
            <a:avLst/>
          </a:prstGeom>
        </p:spPr>
        <p:txBody>
          <a:bodyPr vert="horz" lIns="91440" tIns="45720" rIns="91440" bIns="45720" rtlCol="1" anchor="ctr"/>
          <a:lstStyle>
            <a:lvl1pPr algn="l">
              <a:defRPr sz="1080">
                <a:solidFill>
                  <a:schemeClr val="tx1">
                    <a:tint val="75000"/>
                  </a:schemeClr>
                </a:solidFill>
              </a:defRPr>
            </a:lvl1pPr>
          </a:lstStyle>
          <a:p>
            <a:fld id="{C116179D-624C-475B-A6F3-53AF396E583F}" type="slidenum">
              <a:rPr lang="ar-EG" smtClean="0"/>
              <a:t>‹#›</a:t>
            </a:fld>
            <a:endParaRPr lang="ar-EG"/>
          </a:p>
        </p:txBody>
      </p:sp>
    </p:spTree>
    <p:extLst>
      <p:ext uri="{BB962C8B-B14F-4D97-AF65-F5344CB8AC3E}">
        <p14:creationId xmlns:p14="http://schemas.microsoft.com/office/powerpoint/2010/main" val="1634214067"/>
      </p:ext>
    </p:extLst>
  </p:cSld>
  <p:clrMap bg1="dk1" tx1="lt1" bg2="dk2" tx2="lt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txStyles>
    <p:titleStyle>
      <a:lvl1pPr algn="ctr" defTabSz="822960" rtl="1" eaLnBrk="1" latinLnBrk="0" hangingPunct="1">
        <a:spcBef>
          <a:spcPct val="0"/>
        </a:spcBef>
        <a:buNone/>
        <a:defRPr sz="3960" kern="1200">
          <a:solidFill>
            <a:schemeClr val="tx1"/>
          </a:solidFill>
          <a:latin typeface="+mj-lt"/>
          <a:ea typeface="+mj-ea"/>
          <a:cs typeface="+mj-cs"/>
        </a:defRPr>
      </a:lvl1pPr>
    </p:titleStyle>
    <p:bodyStyle>
      <a:lvl1pPr marL="308610" indent="-308610" algn="r" defTabSz="822960" rtl="1" eaLnBrk="1" latinLnBrk="0" hangingPunct="1">
        <a:spcBef>
          <a:spcPct val="20000"/>
        </a:spcBef>
        <a:buFont typeface="Arial" pitchFamily="34" charset="0"/>
        <a:buChar char="•"/>
        <a:defRPr sz="2880" kern="1200">
          <a:solidFill>
            <a:schemeClr val="tx1"/>
          </a:solidFill>
          <a:latin typeface="+mn-lt"/>
          <a:ea typeface="+mn-ea"/>
          <a:cs typeface="+mn-cs"/>
        </a:defRPr>
      </a:lvl1pPr>
      <a:lvl2pPr marL="668655" indent="-257175" algn="r" defTabSz="822960" rtl="1" eaLnBrk="1" latinLnBrk="0" hangingPunct="1">
        <a:spcBef>
          <a:spcPct val="20000"/>
        </a:spcBef>
        <a:buFont typeface="Arial" pitchFamily="34" charset="0"/>
        <a:buChar char="–"/>
        <a:defRPr sz="2520" kern="1200">
          <a:solidFill>
            <a:schemeClr val="tx1"/>
          </a:solidFill>
          <a:latin typeface="+mn-lt"/>
          <a:ea typeface="+mn-ea"/>
          <a:cs typeface="+mn-cs"/>
        </a:defRPr>
      </a:lvl2pPr>
      <a:lvl3pPr marL="1028700" indent="-205740" algn="r" defTabSz="822960" rtl="1" eaLnBrk="1" latinLnBrk="0" hangingPunct="1">
        <a:spcBef>
          <a:spcPct val="20000"/>
        </a:spcBef>
        <a:buFont typeface="Arial" pitchFamily="34" charset="0"/>
        <a:buChar char="•"/>
        <a:defRPr sz="2160" kern="1200">
          <a:solidFill>
            <a:schemeClr val="tx1"/>
          </a:solidFill>
          <a:latin typeface="+mn-lt"/>
          <a:ea typeface="+mn-ea"/>
          <a:cs typeface="+mn-cs"/>
        </a:defRPr>
      </a:lvl3pPr>
      <a:lvl4pPr marL="144018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4pPr>
      <a:lvl5pPr marL="185166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5pPr>
      <a:lvl6pPr marL="226314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r" defTabSz="822960" rtl="1"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ar-EG"/>
      </a:defPPr>
      <a:lvl1pPr marL="0" algn="r" defTabSz="822960" rtl="1" eaLnBrk="1" latinLnBrk="0" hangingPunct="1">
        <a:defRPr sz="1620" kern="1200">
          <a:solidFill>
            <a:schemeClr val="tx1"/>
          </a:solidFill>
          <a:latin typeface="+mn-lt"/>
          <a:ea typeface="+mn-ea"/>
          <a:cs typeface="+mn-cs"/>
        </a:defRPr>
      </a:lvl1pPr>
      <a:lvl2pPr marL="411480" algn="r" defTabSz="822960" rtl="1" eaLnBrk="1" latinLnBrk="0" hangingPunct="1">
        <a:defRPr sz="1620" kern="1200">
          <a:solidFill>
            <a:schemeClr val="tx1"/>
          </a:solidFill>
          <a:latin typeface="+mn-lt"/>
          <a:ea typeface="+mn-ea"/>
          <a:cs typeface="+mn-cs"/>
        </a:defRPr>
      </a:lvl2pPr>
      <a:lvl3pPr marL="822960" algn="r" defTabSz="822960" rtl="1" eaLnBrk="1" latinLnBrk="0" hangingPunct="1">
        <a:defRPr sz="1620" kern="1200">
          <a:solidFill>
            <a:schemeClr val="tx1"/>
          </a:solidFill>
          <a:latin typeface="+mn-lt"/>
          <a:ea typeface="+mn-ea"/>
          <a:cs typeface="+mn-cs"/>
        </a:defRPr>
      </a:lvl3pPr>
      <a:lvl4pPr marL="1234440" algn="r" defTabSz="822960" rtl="1" eaLnBrk="1" latinLnBrk="0" hangingPunct="1">
        <a:defRPr sz="1620" kern="1200">
          <a:solidFill>
            <a:schemeClr val="tx1"/>
          </a:solidFill>
          <a:latin typeface="+mn-lt"/>
          <a:ea typeface="+mn-ea"/>
          <a:cs typeface="+mn-cs"/>
        </a:defRPr>
      </a:lvl4pPr>
      <a:lvl5pPr marL="1645920" algn="r" defTabSz="822960" rtl="1" eaLnBrk="1" latinLnBrk="0" hangingPunct="1">
        <a:defRPr sz="1620" kern="1200">
          <a:solidFill>
            <a:schemeClr val="tx1"/>
          </a:solidFill>
          <a:latin typeface="+mn-lt"/>
          <a:ea typeface="+mn-ea"/>
          <a:cs typeface="+mn-cs"/>
        </a:defRPr>
      </a:lvl5pPr>
      <a:lvl6pPr marL="2057400" algn="r" defTabSz="822960" rtl="1" eaLnBrk="1" latinLnBrk="0" hangingPunct="1">
        <a:defRPr sz="1620" kern="1200">
          <a:solidFill>
            <a:schemeClr val="tx1"/>
          </a:solidFill>
          <a:latin typeface="+mn-lt"/>
          <a:ea typeface="+mn-ea"/>
          <a:cs typeface="+mn-cs"/>
        </a:defRPr>
      </a:lvl6pPr>
      <a:lvl7pPr marL="2468880" algn="r" defTabSz="822960" rtl="1" eaLnBrk="1" latinLnBrk="0" hangingPunct="1">
        <a:defRPr sz="1620" kern="1200">
          <a:solidFill>
            <a:schemeClr val="tx1"/>
          </a:solidFill>
          <a:latin typeface="+mn-lt"/>
          <a:ea typeface="+mn-ea"/>
          <a:cs typeface="+mn-cs"/>
        </a:defRPr>
      </a:lvl7pPr>
      <a:lvl8pPr marL="2880360" algn="r" defTabSz="822960" rtl="1" eaLnBrk="1" latinLnBrk="0" hangingPunct="1">
        <a:defRPr sz="1620" kern="1200">
          <a:solidFill>
            <a:schemeClr val="tx1"/>
          </a:solidFill>
          <a:latin typeface="+mn-lt"/>
          <a:ea typeface="+mn-ea"/>
          <a:cs typeface="+mn-cs"/>
        </a:defRPr>
      </a:lvl8pPr>
      <a:lvl9pPr marL="3291840" algn="r" defTabSz="822960" rtl="1" eaLnBrk="1" latinLnBrk="0" hangingPunct="1">
        <a:defRPr sz="162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04" tIns="34289" rIns="68504" bIns="34289"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68504" tIns="34289" rIns="68504" bIns="3428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68504" tIns="34289" rIns="68504" bIns="34289" rtlCol="0" anchor="ctr"/>
          <a:lstStyle>
            <a:lvl1pPr algn="l">
              <a:defRPr sz="900">
                <a:solidFill>
                  <a:schemeClr val="tx1">
                    <a:tint val="75000"/>
                  </a:schemeClr>
                </a:solidFill>
                <a:ea typeface="微软雅黑 Light" panose="020B0502040204020203" pitchFamily="34" charset="-122"/>
              </a:defRPr>
            </a:lvl1pPr>
          </a:lstStyle>
          <a:p>
            <a:pPr defTabSz="684933"/>
            <a:fld id="{D997B5FA-0921-464F-AAE1-844C04324D75}" type="datetimeFigureOut">
              <a:rPr lang="zh-CN" altLang="en-US" smtClean="0">
                <a:solidFill>
                  <a:prstClr val="black">
                    <a:tint val="75000"/>
                  </a:prstClr>
                </a:solidFill>
              </a:rPr>
              <a:pPr defTabSz="684933"/>
              <a:t>2022/1/2</a:t>
            </a:fld>
            <a:endParaRPr lang="zh-CN" altLang="en-US" dirty="0">
              <a:solidFill>
                <a:prstClr val="black">
                  <a:tint val="75000"/>
                </a:prstClr>
              </a:solidFill>
            </a:endParaRPr>
          </a:p>
        </p:txBody>
      </p:sp>
      <p:sp>
        <p:nvSpPr>
          <p:cNvPr id="5" name="页脚占位符 4"/>
          <p:cNvSpPr>
            <a:spLocks noGrp="1"/>
          </p:cNvSpPr>
          <p:nvPr>
            <p:ph type="ftr" sz="quarter" idx="3"/>
          </p:nvPr>
        </p:nvSpPr>
        <p:spPr>
          <a:xfrm>
            <a:off x="3028950" y="4767264"/>
            <a:ext cx="3086100" cy="273844"/>
          </a:xfrm>
          <a:prstGeom prst="rect">
            <a:avLst/>
          </a:prstGeom>
        </p:spPr>
        <p:txBody>
          <a:bodyPr vert="horz" lIns="68504" tIns="34289" rIns="68504" bIns="34289" rtlCol="0" anchor="ctr"/>
          <a:lstStyle>
            <a:lvl1pPr algn="ctr">
              <a:defRPr sz="900">
                <a:solidFill>
                  <a:schemeClr val="tx1">
                    <a:tint val="75000"/>
                  </a:schemeClr>
                </a:solidFill>
                <a:ea typeface="微软雅黑 Light" panose="020B0502040204020203" pitchFamily="34" charset="-122"/>
              </a:defRPr>
            </a:lvl1pPr>
          </a:lstStyle>
          <a:p>
            <a:pPr defTabSz="684933"/>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68504" tIns="34289" rIns="68504" bIns="34289" rtlCol="0" anchor="ctr"/>
          <a:lstStyle>
            <a:lvl1pPr algn="r">
              <a:defRPr sz="900">
                <a:solidFill>
                  <a:schemeClr val="tx1">
                    <a:tint val="75000"/>
                  </a:schemeClr>
                </a:solidFill>
                <a:ea typeface="微软雅黑 Light" panose="020B0502040204020203" pitchFamily="34" charset="-122"/>
              </a:defRPr>
            </a:lvl1pPr>
          </a:lstStyle>
          <a:p>
            <a:pPr defTabSz="684933"/>
            <a:fld id="{565CE74E-AB26-4998-AD42-012C4C1AD076}" type="slidenum">
              <a:rPr lang="zh-CN" altLang="en-US" smtClean="0">
                <a:solidFill>
                  <a:prstClr val="black">
                    <a:tint val="75000"/>
                  </a:prstClr>
                </a:solidFill>
              </a:rPr>
              <a:pPr defTabSz="684933"/>
              <a:t>‹#›</a:t>
            </a:fld>
            <a:endParaRPr lang="zh-CN" altLang="en-US" dirty="0">
              <a:solidFill>
                <a:prstClr val="black">
                  <a:tint val="75000"/>
                </a:prstClr>
              </a:solidFill>
            </a:endParaRPr>
          </a:p>
        </p:txBody>
      </p:sp>
    </p:spTree>
    <p:extLst>
      <p:ext uri="{BB962C8B-B14F-4D97-AF65-F5344CB8AC3E}">
        <p14:creationId xmlns:p14="http://schemas.microsoft.com/office/powerpoint/2010/main" val="3885061504"/>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xStyles>
    <p:titleStyle>
      <a:lvl1pPr algn="l" defTabSz="684933" rtl="0" eaLnBrk="1" latinLnBrk="0" hangingPunct="1">
        <a:lnSpc>
          <a:spcPct val="90000"/>
        </a:lnSpc>
        <a:spcBef>
          <a:spcPct val="0"/>
        </a:spcBef>
        <a:buNone/>
        <a:defRPr sz="3300" kern="1200">
          <a:solidFill>
            <a:schemeClr val="tx1"/>
          </a:solidFill>
          <a:latin typeface="+mj-lt"/>
          <a:ea typeface="微软雅黑 Light" panose="020B0502040204020203" pitchFamily="34" charset="-122"/>
          <a:cs typeface="+mj-cs"/>
        </a:defRPr>
      </a:lvl1pPr>
    </p:titleStyle>
    <p:bodyStyle>
      <a:lvl1pPr marL="171246" indent="-171246" algn="l" defTabSz="684933"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微软雅黑 Light" panose="020B0502040204020203" pitchFamily="34" charset="-122"/>
          <a:cs typeface="+mn-cs"/>
        </a:defRPr>
      </a:lvl1pPr>
      <a:lvl2pPr marL="513737" indent="-171246" algn="l" defTabSz="68493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微软雅黑 Light" panose="020B0502040204020203" pitchFamily="34" charset="-122"/>
          <a:cs typeface="+mn-cs"/>
        </a:defRPr>
      </a:lvl2pPr>
      <a:lvl3pPr marL="856178" indent="-171246" algn="l" defTabSz="68493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微软雅黑 Light" panose="020B0502040204020203" pitchFamily="34" charset="-122"/>
          <a:cs typeface="+mn-cs"/>
        </a:defRPr>
      </a:lvl3pPr>
      <a:lvl4pPr marL="1198620"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4pPr>
      <a:lvl5pPr marL="1541063"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微软雅黑 Light" panose="020B0502040204020203" pitchFamily="34" charset="-122"/>
          <a:cs typeface="+mn-cs"/>
        </a:defRPr>
      </a:lvl5pPr>
      <a:lvl6pPr marL="1883553"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6020"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68486"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0977" indent="-171246" algn="l" defTabSz="684933"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4933" rtl="0" eaLnBrk="1" latinLnBrk="0" hangingPunct="1">
        <a:defRPr sz="1400" kern="1200">
          <a:solidFill>
            <a:schemeClr val="tx1"/>
          </a:solidFill>
          <a:latin typeface="+mn-lt"/>
          <a:ea typeface="+mn-ea"/>
          <a:cs typeface="+mn-cs"/>
        </a:defRPr>
      </a:lvl1pPr>
      <a:lvl2pPr marL="342443" algn="l" defTabSz="684933" rtl="0" eaLnBrk="1" latinLnBrk="0" hangingPunct="1">
        <a:defRPr sz="1400" kern="1200">
          <a:solidFill>
            <a:schemeClr val="tx1"/>
          </a:solidFill>
          <a:latin typeface="+mn-lt"/>
          <a:ea typeface="+mn-ea"/>
          <a:cs typeface="+mn-cs"/>
        </a:defRPr>
      </a:lvl2pPr>
      <a:lvl3pPr marL="684933" algn="l" defTabSz="684933" rtl="0" eaLnBrk="1" latinLnBrk="0" hangingPunct="1">
        <a:defRPr sz="1400" kern="1200">
          <a:solidFill>
            <a:schemeClr val="tx1"/>
          </a:solidFill>
          <a:latin typeface="+mn-lt"/>
          <a:ea typeface="+mn-ea"/>
          <a:cs typeface="+mn-cs"/>
        </a:defRPr>
      </a:lvl3pPr>
      <a:lvl4pPr marL="1027400" algn="l" defTabSz="684933" rtl="0" eaLnBrk="1" latinLnBrk="0" hangingPunct="1">
        <a:defRPr sz="1400" kern="1200">
          <a:solidFill>
            <a:schemeClr val="tx1"/>
          </a:solidFill>
          <a:latin typeface="+mn-lt"/>
          <a:ea typeface="+mn-ea"/>
          <a:cs typeface="+mn-cs"/>
        </a:defRPr>
      </a:lvl4pPr>
      <a:lvl5pPr marL="1369866" algn="l" defTabSz="684933" rtl="0" eaLnBrk="1" latinLnBrk="0" hangingPunct="1">
        <a:defRPr sz="1400" kern="1200">
          <a:solidFill>
            <a:schemeClr val="tx1"/>
          </a:solidFill>
          <a:latin typeface="+mn-lt"/>
          <a:ea typeface="+mn-ea"/>
          <a:cs typeface="+mn-cs"/>
        </a:defRPr>
      </a:lvl5pPr>
      <a:lvl6pPr marL="1712357" algn="l" defTabSz="684933" rtl="0" eaLnBrk="1" latinLnBrk="0" hangingPunct="1">
        <a:defRPr sz="1400" kern="1200">
          <a:solidFill>
            <a:schemeClr val="tx1"/>
          </a:solidFill>
          <a:latin typeface="+mn-lt"/>
          <a:ea typeface="+mn-ea"/>
          <a:cs typeface="+mn-cs"/>
        </a:defRPr>
      </a:lvl6pPr>
      <a:lvl7pPr marL="2054798" algn="l" defTabSz="684933" rtl="0" eaLnBrk="1" latinLnBrk="0" hangingPunct="1">
        <a:defRPr sz="1400" kern="1200">
          <a:solidFill>
            <a:schemeClr val="tx1"/>
          </a:solidFill>
          <a:latin typeface="+mn-lt"/>
          <a:ea typeface="+mn-ea"/>
          <a:cs typeface="+mn-cs"/>
        </a:defRPr>
      </a:lvl7pPr>
      <a:lvl8pPr marL="2397240" algn="l" defTabSz="684933" rtl="0" eaLnBrk="1" latinLnBrk="0" hangingPunct="1">
        <a:defRPr sz="1400" kern="1200">
          <a:solidFill>
            <a:schemeClr val="tx1"/>
          </a:solidFill>
          <a:latin typeface="+mn-lt"/>
          <a:ea typeface="+mn-ea"/>
          <a:cs typeface="+mn-cs"/>
        </a:defRPr>
      </a:lvl8pPr>
      <a:lvl9pPr marL="2739683" algn="l" defTabSz="684933"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D5F77EB-3E19-4EF9-9FD2-19891BA0A9F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7338"/>
            <a:ext cx="9144000" cy="5150838"/>
          </a:xfrm>
          <a:prstGeom prst="rect">
            <a:avLst/>
          </a:prstGeom>
        </p:spPr>
      </p:pic>
      <p:sp>
        <p:nvSpPr>
          <p:cNvPr id="11" name="Title 1"/>
          <p:cNvSpPr txBox="1">
            <a:spLocks/>
          </p:cNvSpPr>
          <p:nvPr/>
        </p:nvSpPr>
        <p:spPr>
          <a:xfrm>
            <a:off x="0" y="1728203"/>
            <a:ext cx="9144000" cy="1679755"/>
          </a:xfrm>
          <a:prstGeom prst="rect">
            <a:avLst/>
          </a:prstGeom>
          <a:noFill/>
          <a:effectLst>
            <a:outerShdw blurRad="50800" dist="38100" dir="2700000" algn="tl" rotWithShape="0">
              <a:prstClr val="black">
                <a:alpha val="40000"/>
              </a:prstClr>
            </a:outerShdw>
          </a:effectLst>
        </p:spPr>
        <p:txBody>
          <a:bodyPr vert="horz" lIns="91280" tIns="45640" rIns="91280" bIns="45640" rtlCol="0" anchor="ctr">
            <a:normAutofit/>
          </a:bodyPr>
          <a:lstStyle>
            <a:lvl1pPr algn="l" defTabSz="912600" rtl="0" eaLnBrk="1" latinLnBrk="0" hangingPunct="1">
              <a:spcBef>
                <a:spcPct val="0"/>
              </a:spcBef>
              <a:buNone/>
              <a:defRPr sz="3600" kern="1200">
                <a:solidFill>
                  <a:schemeClr val="bg1"/>
                </a:solidFill>
                <a:latin typeface="+mj-lt"/>
                <a:ea typeface="+mj-ea"/>
                <a:cs typeface="+mj-cs"/>
              </a:defRPr>
            </a:lvl1pPr>
          </a:lstStyle>
          <a:p>
            <a:pPr algn="ctr"/>
            <a:r>
              <a:rPr lang="en-US" dirty="0">
                <a:solidFill>
                  <a:srgbClr val="C0504D"/>
                </a:solidFill>
                <a:latin typeface="Times New Roman MT Bold"/>
                <a:cs typeface="Andalus" panose="02020603050405020304" pitchFamily="18" charset="-78"/>
              </a:rPr>
              <a:t>Easy Parking</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1BE10F-1108-41E5-A0BC-CA31950FA1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2299" cy="5153793"/>
          </a:xfrm>
          <a:prstGeom prst="rect">
            <a:avLst/>
          </a:prstGeom>
        </p:spPr>
      </p:pic>
      <p:sp>
        <p:nvSpPr>
          <p:cNvPr id="17" name="矩形 16"/>
          <p:cNvSpPr/>
          <p:nvPr/>
        </p:nvSpPr>
        <p:spPr>
          <a:xfrm>
            <a:off x="296260" y="1808225"/>
            <a:ext cx="6795373" cy="5332227"/>
          </a:xfrm>
          <a:prstGeom prst="rect">
            <a:avLst/>
          </a:prstGeom>
        </p:spPr>
        <p:txBody>
          <a:bodyPr wrap="square" lIns="68463" tIns="34289" rIns="68463" bIns="34289">
            <a:spAutoFit/>
          </a:bodyPr>
          <a:lstStyle/>
          <a:p>
            <a:pPr defTabSz="684474">
              <a:defRPr/>
            </a:pPr>
            <a:r>
              <a:rPr lang="en-US" altLang="zh-CN" sz="1600" kern="0" dirty="0">
                <a:solidFill>
                  <a:schemeClr val="bg1"/>
                </a:solidFill>
                <a:ea typeface="微软雅黑 Light" panose="020B0502040204020203" pitchFamily="34" charset="-122"/>
              </a:rPr>
              <a:t>Parking is a major problem in both developed and developing countries. The main cause of the problem is a severe discrepancy between the locations of parking and number of vehicles </a:t>
            </a:r>
          </a:p>
          <a:p>
            <a:pPr defTabSz="684474">
              <a:defRPr/>
            </a:pPr>
            <a:r>
              <a:rPr lang="en-US" altLang="zh-CN" sz="1600" kern="0" dirty="0">
                <a:solidFill>
                  <a:schemeClr val="bg1"/>
                </a:solidFill>
                <a:ea typeface="微软雅黑 Light" panose="020B0502040204020203" pitchFamily="34" charset="-122"/>
              </a:rPr>
              <a:t>With the advancement of technology, there are attempts to find smart solutions for this crisis .one of them is smart parking applications</a:t>
            </a:r>
          </a:p>
          <a:p>
            <a:pPr defTabSz="684474">
              <a:defRPr/>
            </a:pPr>
            <a:r>
              <a:rPr lang="en-US" altLang="zh-CN" sz="1600" kern="0" dirty="0">
                <a:solidFill>
                  <a:schemeClr val="bg1"/>
                </a:solidFill>
                <a:ea typeface="微软雅黑 Light" panose="020B0502040204020203" pitchFamily="34" charset="-122"/>
              </a:rPr>
              <a:t>The cameras in shops are used and a connection is made with the application, so that the user logs into the application and specifies the name of the street in which the stop is required and is connected to the cameras on the street so that the cameras show the driver's free spaces</a:t>
            </a:r>
            <a:endParaRPr lang="en-GB" altLang="zh-CN" sz="1600" kern="0" dirty="0">
              <a:solidFill>
                <a:schemeClr val="bg1"/>
              </a:solidFill>
              <a:ea typeface="微软雅黑 Light" panose="020B0502040204020203" pitchFamily="34" charset="-122"/>
            </a:endParaRPr>
          </a:p>
          <a:p>
            <a:pPr algn="ctr" defTabSz="684474">
              <a:defRPr/>
            </a:pPr>
            <a:endParaRPr lang="en-GB" altLang="zh-CN" sz="16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en-GB" altLang="zh-CN" sz="1400" kern="0" dirty="0">
              <a:solidFill>
                <a:prstClr val="white">
                  <a:lumMod val="75000"/>
                </a:prstClr>
              </a:solidFill>
              <a:ea typeface="微软雅黑 Light" panose="020B0502040204020203" pitchFamily="34" charset="-122"/>
            </a:endParaRPr>
          </a:p>
          <a:p>
            <a:pPr algn="ctr" defTabSz="684474">
              <a:defRPr/>
            </a:pPr>
            <a:endParaRPr lang="zh-CN" altLang="en-US" sz="1400" kern="0" dirty="0">
              <a:solidFill>
                <a:prstClr val="white">
                  <a:lumMod val="75000"/>
                </a:prstClr>
              </a:solidFill>
              <a:ea typeface="微软雅黑 Light" panose="020B0502040204020203" pitchFamily="34" charset="-122"/>
            </a:endParaRPr>
          </a:p>
        </p:txBody>
      </p:sp>
      <p:sp>
        <p:nvSpPr>
          <p:cNvPr id="8" name="矩形 1"/>
          <p:cNvSpPr>
            <a:spLocks noChangeArrowheads="1"/>
          </p:cNvSpPr>
          <p:nvPr/>
        </p:nvSpPr>
        <p:spPr bwMode="auto">
          <a:xfrm>
            <a:off x="296260" y="891995"/>
            <a:ext cx="1516846" cy="500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463" tIns="34289" rIns="68463" bIns="34289">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84474">
              <a:lnSpc>
                <a:spcPct val="100000"/>
              </a:lnSpc>
              <a:spcBef>
                <a:spcPct val="0"/>
              </a:spcBef>
              <a:buNone/>
              <a:defRPr/>
            </a:pPr>
            <a:r>
              <a:rPr lang="en-US" altLang="zh-CN" sz="2600" u="sng" kern="0" dirty="0">
                <a:solidFill>
                  <a:srgbClr val="C0504D"/>
                </a:solidFill>
                <a:latin typeface="Times New Roman" panose="02020603050405020304" pitchFamily="18" charset="0"/>
                <a:ea typeface="微软雅黑 Light" panose="020B0502040204020203" pitchFamily="34" charset="-122"/>
                <a:cs typeface="Times New Roman" panose="02020603050405020304" pitchFamily="18" charset="0"/>
              </a:rPr>
              <a:t>Summary</a:t>
            </a:r>
            <a:r>
              <a:rPr lang="en-US" altLang="zh-CN" b="1" kern="0" dirty="0">
                <a:solidFill>
                  <a:srgbClr val="C0504D"/>
                </a:solidFill>
                <a:latin typeface="+mn-lt"/>
                <a:ea typeface="微软雅黑 Light" panose="020B0502040204020203" pitchFamily="34" charset="-122"/>
              </a:rPr>
              <a:t> </a:t>
            </a:r>
            <a:endParaRPr lang="zh-CN" altLang="en-US" b="1" kern="0" dirty="0">
              <a:solidFill>
                <a:srgbClr val="C0504D"/>
              </a:solidFill>
              <a:latin typeface="+mn-lt"/>
              <a:ea typeface="微软雅黑 Light" panose="020B0502040204020203" pitchFamily="34" charset="-122"/>
            </a:endParaRPr>
          </a:p>
        </p:txBody>
      </p:sp>
    </p:spTree>
    <p:extLst>
      <p:ext uri="{BB962C8B-B14F-4D97-AF65-F5344CB8AC3E}">
        <p14:creationId xmlns:p14="http://schemas.microsoft.com/office/powerpoint/2010/main" val="3307364571"/>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D6BA5D6-BC9F-4C27-88D0-82029080B068}"/>
              </a:ext>
            </a:extLst>
          </p:cNvPr>
          <p:cNvSpPr txBox="1"/>
          <p:nvPr/>
        </p:nvSpPr>
        <p:spPr>
          <a:xfrm>
            <a:off x="118793" y="1019605"/>
            <a:ext cx="6413610" cy="1315425"/>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Tx/>
              <a:buNone/>
              <a:tabLst/>
              <a:defRPr/>
            </a:pPr>
            <a:r>
              <a:rPr kumimoji="0" lang="en-US" sz="1400" b="1" i="0" u="none" strike="noStrike" kern="1200" cap="none" spc="0" normalizeH="0" baseline="0" noProof="0" dirty="0">
                <a:ln>
                  <a:noFill/>
                </a:ln>
                <a:solidFill>
                  <a:srgbClr val="0AFAE3"/>
                </a:solidFill>
                <a:effectLst/>
                <a:uLnTx/>
                <a:uFillTx/>
                <a:latin typeface="Times New Roman" panose="02020603050405020304" pitchFamily="18" charset="0"/>
                <a:ea typeface="Calibri" panose="020F0502020204030204" pitchFamily="34" charset="0"/>
                <a:cs typeface="Arial" panose="020B0604020202020204" pitchFamily="34" charset="0"/>
              </a:rPr>
              <a:t>Official project name: </a:t>
            </a: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Easy Parking</a:t>
            </a:r>
          </a:p>
          <a:p>
            <a:pPr marL="0" marR="0" lvl="0" indent="0" algn="just" defTabSz="914400" rtl="0" eaLnBrk="1" fontAlgn="auto" latinLnBrk="0" hangingPunct="1">
              <a:lnSpc>
                <a:spcPct val="115000"/>
              </a:lnSpc>
              <a:spcBef>
                <a:spcPts val="0"/>
              </a:spcBef>
              <a:spcAft>
                <a:spcPts val="0"/>
              </a:spcAft>
              <a:buClr>
                <a:srgbClr val="000000"/>
              </a:buClr>
              <a:buSzPts val="1600"/>
              <a:buFontTx/>
              <a:buNone/>
              <a:tabLst/>
              <a:defRPr/>
            </a:pPr>
            <a:r>
              <a:rPr kumimoji="0" lang="en-US" sz="1400" b="1" i="0" u="none" strike="noStrike" kern="1200" cap="none" spc="0" normalizeH="0" baseline="0" noProof="0" dirty="0">
                <a:ln>
                  <a:noFill/>
                </a:ln>
                <a:solidFill>
                  <a:srgbClr val="0AFAE3"/>
                </a:solidFill>
                <a:effectLst/>
                <a:uLnTx/>
                <a:uFillTx/>
                <a:latin typeface="Times New Roman" panose="02020603050405020304" pitchFamily="18" charset="0"/>
                <a:ea typeface="Calibri" panose="020F0502020204030204" pitchFamily="34" charset="0"/>
                <a:cs typeface="Arial" panose="020B0604020202020204" pitchFamily="34" charset="0"/>
              </a:rPr>
              <a:t>Project sponsor: </a:t>
            </a: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T</a:t>
            </a:r>
            <a:r>
              <a:rPr kumimoji="0" lang="en-US" sz="1400" b="1" i="0" u="none" strike="noStrike" kern="1200" cap="none" spc="0" normalizeH="0" baseline="0" noProof="0" dirty="0">
                <a:ln>
                  <a:noFill/>
                </a:ln>
                <a:solidFill>
                  <a:prstClr val="white"/>
                </a:solidFill>
                <a:effectLst/>
                <a:uLnTx/>
                <a:uFillTx/>
                <a:latin typeface="Calibri (Body)"/>
                <a:ea typeface="Times New Roman" panose="02020603050405020304" pitchFamily="18" charset="0"/>
                <a:cs typeface="Arial" panose="020B0604020202020204" pitchFamily="34" charset="0"/>
              </a:rPr>
              <a:t>raffic department</a:t>
            </a:r>
            <a:endPar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15000"/>
              </a:lnSpc>
              <a:spcBef>
                <a:spcPts val="0"/>
              </a:spcBef>
              <a:spcAft>
                <a:spcPts val="0"/>
              </a:spcAft>
              <a:buClr>
                <a:srgbClr val="000000"/>
              </a:buClr>
              <a:buSzPts val="1600"/>
              <a:buFontTx/>
              <a:buNone/>
              <a:tabLst/>
              <a:defRPr/>
            </a:pPr>
            <a:r>
              <a:rPr kumimoji="0" lang="en-US" sz="1400" b="1" i="0" u="none" strike="noStrike" kern="1200" cap="none" spc="0" normalizeH="0" baseline="0" noProof="0" dirty="0">
                <a:ln>
                  <a:noFill/>
                </a:ln>
                <a:solidFill>
                  <a:srgbClr val="0AFAE3"/>
                </a:solidFill>
                <a:effectLst/>
                <a:uLnTx/>
                <a:uFillTx/>
                <a:latin typeface="Times New Roman" panose="02020603050405020304" pitchFamily="18" charset="0"/>
                <a:ea typeface="Calibri" panose="020F0502020204030204" pitchFamily="34" charset="0"/>
                <a:cs typeface="Arial" panose="020B0604020202020204" pitchFamily="34" charset="0"/>
              </a:rPr>
              <a:t>Project manager:  </a:t>
            </a: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Mostafa Mohamed Ahmed</a:t>
            </a:r>
          </a:p>
          <a:p>
            <a:pPr marL="0" marR="0" lvl="0" indent="0" algn="just" defTabSz="914400" rtl="0" eaLnBrk="1" fontAlgn="auto" latinLnBrk="0" hangingPunct="1">
              <a:lnSpc>
                <a:spcPct val="115000"/>
              </a:lnSpc>
              <a:spcBef>
                <a:spcPts val="0"/>
              </a:spcBef>
              <a:spcAft>
                <a:spcPts val="1000"/>
              </a:spcAft>
              <a:buClr>
                <a:srgbClr val="000000"/>
              </a:buClr>
              <a:buSzPts val="1600"/>
              <a:buFontTx/>
              <a:buNone/>
              <a:tabLst/>
              <a:defRPr/>
            </a:pPr>
            <a:r>
              <a:rPr kumimoji="0" lang="en-US" sz="1400" b="1" i="0" u="none" strike="noStrike" kern="1200" cap="none" spc="0" normalizeH="0" baseline="0" noProof="0" dirty="0">
                <a:ln>
                  <a:noFill/>
                </a:ln>
                <a:solidFill>
                  <a:srgbClr val="0AFAE3"/>
                </a:solidFill>
                <a:uLnTx/>
                <a:uFillTx/>
                <a:latin typeface="Times New Roman" panose="02020603050405020304" pitchFamily="18" charset="0"/>
                <a:ea typeface="Calibri" panose="020F0502020204030204" pitchFamily="34" charset="0"/>
                <a:cs typeface="Arial" panose="020B0604020202020204" pitchFamily="34" charset="0"/>
              </a:rPr>
              <a:t>Project members: </a:t>
            </a: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Mostafa Mohamed - Mahmoud Ayman - Mahmoud Ali -         Yasmeen Khaled - Mariam Alaa </a:t>
            </a:r>
          </a:p>
        </p:txBody>
      </p:sp>
      <p:sp>
        <p:nvSpPr>
          <p:cNvPr id="8" name="Title 7">
            <a:extLst>
              <a:ext uri="{FF2B5EF4-FFF2-40B4-BE49-F238E27FC236}">
                <a16:creationId xmlns:a16="http://schemas.microsoft.com/office/drawing/2014/main" id="{C4F38F50-49A4-42DE-8F49-FDFB4EEAF0D1}"/>
              </a:ext>
            </a:extLst>
          </p:cNvPr>
          <p:cNvSpPr>
            <a:spLocks noGrp="1"/>
          </p:cNvSpPr>
          <p:nvPr>
            <p:ph type="title"/>
          </p:nvPr>
        </p:nvSpPr>
        <p:spPr>
          <a:xfrm>
            <a:off x="0" y="256080"/>
            <a:ext cx="9143999" cy="763525"/>
          </a:xfrm>
        </p:spPr>
        <p:txBody>
          <a:bodyPr>
            <a:normAutofit fontScale="90000"/>
          </a:bodyPr>
          <a:lstStyle/>
          <a:p>
            <a:pPr algn="ctr"/>
            <a:r>
              <a:rPr lang="en-US" sz="2700" b="1" i="1" dirty="0">
                <a:solidFill>
                  <a:schemeClr val="tx1"/>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Arial" panose="020B0604020202020204" pitchFamily="34" charset="0"/>
              </a:rPr>
              <a:t>Project Charter</a:t>
            </a:r>
            <a:br>
              <a:rPr lang="en-US" sz="1800" dirty="0">
                <a:effectLst/>
                <a:latin typeface="Calibri" panose="020F0502020204030204" pitchFamily="34" charset="0"/>
                <a:ea typeface="Calibri" panose="020F0502020204030204" pitchFamily="34" charset="0"/>
                <a:cs typeface="Arial" panose="020B0604020202020204" pitchFamily="34" charset="0"/>
              </a:rPr>
            </a:br>
            <a:endParaRPr lang="en-US" dirty="0"/>
          </a:p>
        </p:txBody>
      </p:sp>
      <p:sp>
        <p:nvSpPr>
          <p:cNvPr id="9" name="TextBox 8">
            <a:extLst>
              <a:ext uri="{FF2B5EF4-FFF2-40B4-BE49-F238E27FC236}">
                <a16:creationId xmlns:a16="http://schemas.microsoft.com/office/drawing/2014/main" id="{2FBDA8F1-3E0A-4C7D-8176-7340704DB3FA}"/>
              </a:ext>
            </a:extLst>
          </p:cNvPr>
          <p:cNvSpPr txBox="1"/>
          <p:nvPr/>
        </p:nvSpPr>
        <p:spPr>
          <a:xfrm>
            <a:off x="118793" y="2571750"/>
            <a:ext cx="6413610" cy="2444580"/>
          </a:xfrm>
          <a:prstGeom prst="rect">
            <a:avLst/>
          </a:prstGeom>
          <a:noFill/>
        </p:spPr>
        <p:txBody>
          <a:bodyPr wrap="square">
            <a:spAutoFit/>
          </a:bodyPr>
          <a:lstStyle/>
          <a:p>
            <a:pPr marL="0" marR="0" lvl="0" indent="0" algn="just" defTabSz="914400" rtl="0" eaLnBrk="1" fontAlgn="auto" latinLnBrk="0" hangingPunct="1">
              <a:lnSpc>
                <a:spcPct val="115000"/>
              </a:lnSpc>
              <a:spcBef>
                <a:spcPts val="0"/>
              </a:spcBef>
              <a:spcAft>
                <a:spcPts val="1000"/>
              </a:spcAft>
              <a:buClr>
                <a:srgbClr val="000000"/>
              </a:buClr>
              <a:buSzPts val="1600"/>
              <a:buFontTx/>
              <a:buNone/>
              <a:tabLst/>
              <a:defRPr/>
            </a:pPr>
            <a:r>
              <a:rPr kumimoji="0" lang="en-US" sz="1400" b="1" i="0" u="none" strike="noStrike" kern="1200" cap="none" spc="0" normalizeH="0" baseline="0" noProof="0" dirty="0">
                <a:ln>
                  <a:noFill/>
                </a:ln>
                <a:solidFill>
                  <a:srgbClr val="0AFAE3"/>
                </a:solidFill>
                <a:effectLst/>
                <a:uLnTx/>
                <a:uFillTx/>
                <a:latin typeface="Times New Roman" panose="02020603050405020304" pitchFamily="18" charset="0"/>
                <a:ea typeface="Calibri" panose="020F0502020204030204" pitchFamily="34" charset="0"/>
                <a:cs typeface="Arial" panose="020B0604020202020204" pitchFamily="34" charset="0"/>
              </a:rPr>
              <a:t>Project Purpose :</a:t>
            </a:r>
            <a:endParaRPr kumimoji="0" lang="en-US" sz="1400" b="1" i="0" u="none" strike="noStrike" kern="1200" cap="none" spc="0" normalizeH="0" baseline="0" noProof="0" dirty="0">
              <a:ln>
                <a:noFill/>
              </a:ln>
              <a:solidFill>
                <a:srgbClr val="0AFAE3"/>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Helping people to parking their cars easily via using an application that can find an empty parking for them.</a:t>
            </a:r>
          </a:p>
          <a:p>
            <a:pPr marL="0" marR="0" lvl="0" indent="0" algn="just" defTabSz="914400" rtl="0" eaLnBrk="1" fontAlgn="auto" latinLnBrk="0" hangingPunct="1">
              <a:lnSpc>
                <a:spcPct val="115000"/>
              </a:lnSpc>
              <a:spcBef>
                <a:spcPts val="0"/>
              </a:spcBef>
              <a:spcAft>
                <a:spcPts val="0"/>
              </a:spcAft>
              <a:buClr>
                <a:srgbClr val="000000"/>
              </a:buClr>
              <a:buSzPts val="1600"/>
              <a:buFontTx/>
              <a:buNone/>
              <a:tabLst/>
              <a:defRPr/>
            </a:pPr>
            <a:r>
              <a:rPr kumimoji="0" lang="en-US" sz="1400" b="1" i="0" u="none" strike="noStrike" kern="1200" cap="none" spc="0" normalizeH="0" baseline="0" noProof="0" dirty="0">
                <a:ln>
                  <a:noFill/>
                </a:ln>
                <a:solidFill>
                  <a:srgbClr val="0AFAE3"/>
                </a:solidFill>
                <a:effectLst/>
                <a:uLnTx/>
                <a:uFillTx/>
                <a:latin typeface="Times New Roman" panose="02020603050405020304" pitchFamily="18" charset="0"/>
                <a:ea typeface="Calibri" panose="020F0502020204030204" pitchFamily="34" charset="0"/>
                <a:cs typeface="Times New Roman" panose="02020603050405020304" pitchFamily="18" charset="0"/>
              </a:rPr>
              <a:t>Assumption:</a:t>
            </a:r>
          </a:p>
          <a:p>
            <a:pPr marL="0" marR="0" lvl="0" indent="0" algn="just" defTabSz="914400" rtl="0" eaLnBrk="1" fontAlgn="auto" latinLnBrk="0" hangingPunct="1">
              <a:lnSpc>
                <a:spcPct val="115000"/>
              </a:lnSpc>
              <a:spcBef>
                <a:spcPts val="0"/>
              </a:spcBef>
              <a:spcAft>
                <a:spcPts val="0"/>
              </a:spcAft>
              <a:buClr>
                <a:srgbClr val="000000"/>
              </a:buClr>
              <a:buSzTx/>
              <a:buFontTx/>
              <a:buNone/>
              <a:tabLst/>
              <a:defRPr/>
            </a:pP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1- will get all resources required.</a:t>
            </a:r>
          </a:p>
          <a:p>
            <a:pPr marL="0" marR="0" lvl="0" indent="0" algn="just" defTabSz="914400" rtl="0" eaLnBrk="1" fontAlgn="auto" latinLnBrk="0" hangingPunct="1">
              <a:lnSpc>
                <a:spcPct val="115000"/>
              </a:lnSpc>
              <a:spcBef>
                <a:spcPts val="0"/>
              </a:spcBef>
              <a:spcAft>
                <a:spcPts val="0"/>
              </a:spcAft>
              <a:buClr>
                <a:srgbClr val="000000"/>
              </a:buClr>
              <a:buSzTx/>
              <a:buFontTx/>
              <a:buNone/>
              <a:tabLst/>
              <a:defRPr/>
            </a:pP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2- make a regular meeting with the team.</a:t>
            </a:r>
          </a:p>
          <a:p>
            <a:pPr marL="0" marR="0" lvl="0" indent="0" algn="just" defTabSz="914400" rtl="0" eaLnBrk="1" fontAlgn="auto" latinLnBrk="0" hangingPunct="1">
              <a:lnSpc>
                <a:spcPct val="115000"/>
              </a:lnSpc>
              <a:spcBef>
                <a:spcPts val="0"/>
              </a:spcBef>
              <a:spcAft>
                <a:spcPts val="1000"/>
              </a:spcAft>
              <a:buClr>
                <a:srgbClr val="000000"/>
              </a:buClr>
              <a:buSzTx/>
              <a:buFontTx/>
              <a:buNone/>
              <a:tabLst/>
              <a:defRPr/>
            </a:pPr>
            <a:r>
              <a:rPr kumimoji="0" lang="en-US" sz="1400" b="1" i="0" u="none" strike="noStrike" kern="1200" cap="none" spc="0" normalizeH="0" baseline="0" noProof="0" dirty="0">
                <a:ln>
                  <a:noFill/>
                </a:ln>
                <a:solidFill>
                  <a:prstClr val="white"/>
                </a:solidFill>
                <a:effectLst/>
                <a:uLnTx/>
                <a:uFillTx/>
                <a:latin typeface="Calibri (Body)"/>
                <a:ea typeface="Calibri" panose="020F0502020204030204" pitchFamily="34" charset="0"/>
                <a:cs typeface="Arial" panose="020B0604020202020204" pitchFamily="34" charset="0"/>
              </a:rPr>
              <a:t>3- collect data from stakeholders and review the team progress with them</a:t>
            </a:r>
          </a:p>
          <a:p>
            <a:pPr marL="342900" marR="0" lvl="0" indent="-342900" algn="just" defTabSz="914400" rtl="0" eaLnBrk="1" fontAlgn="auto" latinLnBrk="0" hangingPunct="1">
              <a:lnSpc>
                <a:spcPct val="115000"/>
              </a:lnSpc>
              <a:spcBef>
                <a:spcPts val="0"/>
              </a:spcBef>
              <a:spcAft>
                <a:spcPts val="0"/>
              </a:spcAft>
              <a:buClr>
                <a:srgbClr val="000000"/>
              </a:buClr>
              <a:buSzPts val="1600"/>
              <a:buFont typeface="Wingdings" panose="05000000000000000000" pitchFamily="2" charset="2"/>
              <a:buChar char=""/>
              <a:tabLst/>
              <a:defRPr/>
            </a:pPr>
            <a:endPar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06397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70E5AA27-57E6-4637-8961-6B7D6BFDC852}"/>
              </a:ext>
            </a:extLst>
          </p:cNvPr>
          <p:cNvSpPr>
            <a:spLocks noGrp="1"/>
          </p:cNvSpPr>
          <p:nvPr>
            <p:ph idx="1"/>
          </p:nvPr>
        </p:nvSpPr>
        <p:spPr>
          <a:xfrm>
            <a:off x="2281425" y="2513294"/>
            <a:ext cx="6720271" cy="2098899"/>
          </a:xfrm>
        </p:spPr>
        <p:txBody>
          <a:bodyPr>
            <a:normAutofit/>
          </a:bodyPr>
          <a:lstStyle/>
          <a:p>
            <a:r>
              <a:rPr lang="en-US" sz="2000" dirty="0"/>
              <a:t>Reduce traffic jams .  </a:t>
            </a:r>
          </a:p>
          <a:p>
            <a:r>
              <a:rPr lang="en-US" sz="2000" dirty="0"/>
              <a:t>Keep income for necessities of life .</a:t>
            </a:r>
          </a:p>
          <a:p>
            <a:r>
              <a:rPr lang="en-US" sz="2000" dirty="0"/>
              <a:t>Reduce accidents and crashes which happen when people park .</a:t>
            </a:r>
          </a:p>
          <a:p>
            <a:r>
              <a:rPr lang="en-US" sz="2000" dirty="0"/>
              <a:t>See the parking space size .</a:t>
            </a:r>
          </a:p>
        </p:txBody>
      </p:sp>
      <p:sp>
        <p:nvSpPr>
          <p:cNvPr id="9" name="Title 3">
            <a:extLst>
              <a:ext uri="{FF2B5EF4-FFF2-40B4-BE49-F238E27FC236}">
                <a16:creationId xmlns:a16="http://schemas.microsoft.com/office/drawing/2014/main" id="{A283B5DB-D9E7-4DB3-83C3-86A72388E99C}"/>
              </a:ext>
            </a:extLst>
          </p:cNvPr>
          <p:cNvSpPr>
            <a:spLocks noGrp="1"/>
          </p:cNvSpPr>
          <p:nvPr>
            <p:ph type="title"/>
          </p:nvPr>
        </p:nvSpPr>
        <p:spPr>
          <a:xfrm>
            <a:off x="2281425" y="1350110"/>
            <a:ext cx="7886700" cy="994172"/>
          </a:xfrm>
        </p:spPr>
        <p:txBody>
          <a:bodyPr>
            <a:normAutofit/>
          </a:bodyPr>
          <a:lstStyle/>
          <a:p>
            <a:r>
              <a:rPr lang="en-US" sz="2400" b="1" dirty="0">
                <a:solidFill>
                  <a:srgbClr val="C0504D"/>
                </a:solidFill>
                <a:effectLst/>
                <a:latin typeface="Times New Roman" panose="02020603050405020304" pitchFamily="18" charset="0"/>
                <a:cs typeface="Times New Roman" panose="02020603050405020304" pitchFamily="18" charset="0"/>
              </a:rPr>
              <a:t>1- Objectives:</a:t>
            </a:r>
          </a:p>
        </p:txBody>
      </p:sp>
      <p:sp>
        <p:nvSpPr>
          <p:cNvPr id="4" name="Title 3">
            <a:extLst>
              <a:ext uri="{FF2B5EF4-FFF2-40B4-BE49-F238E27FC236}">
                <a16:creationId xmlns:a16="http://schemas.microsoft.com/office/drawing/2014/main" id="{3B199ACD-7A3D-49BA-A3B6-19B988E93F4E}"/>
              </a:ext>
            </a:extLst>
          </p:cNvPr>
          <p:cNvSpPr txBox="1">
            <a:spLocks/>
          </p:cNvSpPr>
          <p:nvPr/>
        </p:nvSpPr>
        <p:spPr>
          <a:xfrm>
            <a:off x="0" y="0"/>
            <a:ext cx="9144000" cy="99417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kern="120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indent="-742950" algn="ctr">
              <a:lnSpc>
                <a:spcPct val="115000"/>
              </a:lnSpc>
              <a:spcBef>
                <a:spcPts val="0"/>
              </a:spcBef>
              <a:spcAft>
                <a:spcPts val="1000"/>
              </a:spcAft>
            </a:pPr>
            <a:r>
              <a:rPr lang="en-US" sz="2800" b="1" i="1" dirty="0">
                <a:solidFill>
                  <a:srgbClr val="C0504D"/>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Arial" panose="020B0604020202020204" pitchFamily="34" charset="0"/>
              </a:rPr>
              <a:t>Project Scope</a:t>
            </a:r>
            <a:endParaRPr lang="en-US" sz="2800" i="1" dirty="0">
              <a:solidFill>
                <a:srgbClr val="C0504D"/>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6774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4884" y="739290"/>
            <a:ext cx="6108200" cy="572644"/>
          </a:xfrm>
        </p:spPr>
        <p:txBody>
          <a:bodyPr>
            <a:normAutofit fontScale="90000"/>
          </a:bodyPr>
          <a:lstStyle/>
          <a:p>
            <a:r>
              <a:rPr lang="en-US" b="1" dirty="0">
                <a:solidFill>
                  <a:srgbClr val="0AFAE3"/>
                </a:solidFill>
                <a:latin typeface="Times New Roman" panose="02020603050405020304" pitchFamily="18" charset="0"/>
                <a:cs typeface="Times New Roman" panose="02020603050405020304" pitchFamily="18" charset="0"/>
              </a:rPr>
              <a:t>2- Deliverables:</a:t>
            </a:r>
          </a:p>
        </p:txBody>
      </p:sp>
      <p:sp>
        <p:nvSpPr>
          <p:cNvPr id="5" name="Content Placeholder 4"/>
          <p:cNvSpPr>
            <a:spLocks noGrp="1"/>
          </p:cNvSpPr>
          <p:nvPr>
            <p:ph idx="1"/>
          </p:nvPr>
        </p:nvSpPr>
        <p:spPr>
          <a:xfrm>
            <a:off x="444884" y="1655520"/>
            <a:ext cx="6108200" cy="3663766"/>
          </a:xfrm>
        </p:spPr>
        <p:txBody>
          <a:bodyPr>
            <a:normAutofit/>
          </a:bodyPr>
          <a:lstStyle/>
          <a:p>
            <a:r>
              <a:rPr lang="en-US" dirty="0"/>
              <a:t>Permission from shop owners to use their cameras. </a:t>
            </a:r>
          </a:p>
          <a:p>
            <a:r>
              <a:rPr lang="en-US" dirty="0"/>
              <a:t>Software.</a:t>
            </a:r>
          </a:p>
          <a:p>
            <a:r>
              <a:rPr lang="en-US" dirty="0"/>
              <a:t>Data base.</a:t>
            </a:r>
          </a:p>
          <a:p>
            <a:r>
              <a:rPr lang="en-US" dirty="0"/>
              <a:t>Integration. </a:t>
            </a:r>
          </a:p>
        </p:txBody>
      </p:sp>
    </p:spTree>
    <p:extLst>
      <p:ext uri="{BB962C8B-B14F-4D97-AF65-F5344CB8AC3E}">
        <p14:creationId xmlns:p14="http://schemas.microsoft.com/office/powerpoint/2010/main" val="110163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0AFAE3"/>
                </a:solidFill>
                <a:latin typeface="Times New Roman" panose="02020603050405020304" pitchFamily="18" charset="0"/>
                <a:cs typeface="Times New Roman" panose="02020603050405020304" pitchFamily="18" charset="0"/>
              </a:rPr>
              <a:t>3- Milestones:</a:t>
            </a:r>
          </a:p>
        </p:txBody>
      </p:sp>
      <p:sp>
        <p:nvSpPr>
          <p:cNvPr id="5" name="Content Placeholder 4">
            <a:extLst>
              <a:ext uri="{FF2B5EF4-FFF2-40B4-BE49-F238E27FC236}">
                <a16:creationId xmlns:a16="http://schemas.microsoft.com/office/drawing/2014/main" id="{C75CD6A4-1EB9-4531-AF49-FD7EE2892D31}"/>
              </a:ext>
            </a:extLst>
          </p:cNvPr>
          <p:cNvSpPr>
            <a:spLocks noGrp="1"/>
          </p:cNvSpPr>
          <p:nvPr>
            <p:ph idx="1"/>
          </p:nvPr>
        </p:nvSpPr>
        <p:spPr/>
        <p:txBody>
          <a:bodyPr>
            <a:normAutofit fontScale="92500"/>
          </a:bodyPr>
          <a:lstStyle/>
          <a:p>
            <a:pPr marL="342900" marR="0" lvl="0" indent="-342900" rtl="0">
              <a:lnSpc>
                <a:spcPct val="107000"/>
              </a:lnSpc>
              <a:spcBef>
                <a:spcPts val="0"/>
              </a:spcBef>
              <a:spcAft>
                <a:spcPts val="800"/>
              </a:spcAft>
              <a:buFont typeface="Symbol" panose="05050102010706020507" pitchFamily="18" charset="2"/>
              <a:buChar char=""/>
            </a:pPr>
            <a:r>
              <a:rPr lang="en-US" sz="1800" b="1" dirty="0">
                <a:effectLst/>
                <a:latin typeface="Calibri (Body)"/>
                <a:ea typeface="Calibri" panose="020F0502020204030204" pitchFamily="34" charset="0"/>
                <a:cs typeface="Arial" panose="020B0604020202020204" pitchFamily="34" charset="0"/>
              </a:rPr>
              <a:t>Requirements review : Requirements specifications are complete, correct, approved and suitable.</a:t>
            </a:r>
            <a:r>
              <a:rPr lang="en-US" sz="1800" b="1" dirty="0">
                <a:solidFill>
                  <a:schemeClr val="tx1"/>
                </a:solidFill>
                <a:effectLst>
                  <a:outerShdw blurRad="38100" dist="38100" dir="2700000" algn="tl">
                    <a:srgbClr val="000000">
                      <a:alpha val="43137"/>
                    </a:srgbClr>
                  </a:outerShdw>
                </a:effectLst>
                <a:latin typeface="Calibri (Body)"/>
                <a:ea typeface="Calibri" panose="020F0502020204030204" pitchFamily="34" charset="0"/>
                <a:cs typeface="Arial" panose="020B0604020202020204" pitchFamily="34" charset="0"/>
              </a:rPr>
              <a:t> By </a:t>
            </a:r>
            <a:r>
              <a:rPr lang="en-US" sz="1800" b="1" dirty="0">
                <a:solidFill>
                  <a:srgbClr val="0AFAE3"/>
                </a:solidFill>
                <a:effectLst/>
                <a:latin typeface="Calibri (Body)"/>
                <a:ea typeface="Calibri" panose="020F0502020204030204" pitchFamily="34" charset="0"/>
                <a:cs typeface="Arial" panose="020B0604020202020204" pitchFamily="34" charset="0"/>
              </a:rPr>
              <a:t>1/11/2021</a:t>
            </a:r>
          </a:p>
          <a:p>
            <a:pPr marL="342900" marR="0" lvl="0" indent="-342900">
              <a:lnSpc>
                <a:spcPct val="115000"/>
              </a:lnSpc>
              <a:spcBef>
                <a:spcPts val="0"/>
              </a:spcBef>
              <a:spcAft>
                <a:spcPts val="0"/>
              </a:spcAft>
              <a:buFont typeface="Symbol" panose="05050102010706020507" pitchFamily="18" charset="2"/>
              <a:buChar char=""/>
            </a:pPr>
            <a:r>
              <a:rPr lang="en-US" sz="1800" b="1" dirty="0">
                <a:effectLst/>
                <a:latin typeface="Calibri (Body)"/>
                <a:ea typeface="Times New Roman" panose="02020603050405020304" pitchFamily="18" charset="0"/>
                <a:cs typeface="Arial" panose="020B0604020202020204" pitchFamily="34" charset="0"/>
              </a:rPr>
              <a:t>Critical design review: Detailed designs fully implement the system architecture, are approved and are suitable for input into the development of code. </a:t>
            </a:r>
            <a:r>
              <a:rPr lang="en-US" sz="1800" b="1" dirty="0">
                <a:solidFill>
                  <a:schemeClr val="tx1"/>
                </a:solidFill>
                <a:effectLst>
                  <a:outerShdw blurRad="38100" dist="38100" dir="2700000" algn="tl">
                    <a:srgbClr val="000000">
                      <a:alpha val="43137"/>
                    </a:srgbClr>
                  </a:outerShdw>
                </a:effectLst>
                <a:latin typeface="Calibri (Body)"/>
                <a:ea typeface="Times New Roman" panose="02020603050405020304" pitchFamily="18" charset="0"/>
                <a:cs typeface="Arial" panose="020B0604020202020204" pitchFamily="34" charset="0"/>
              </a:rPr>
              <a:t>By</a:t>
            </a:r>
            <a:r>
              <a:rPr lang="en-US" sz="1800" b="1" dirty="0">
                <a:effectLst/>
                <a:latin typeface="Calibri (Body)"/>
                <a:ea typeface="Times New Roman" panose="02020603050405020304" pitchFamily="18" charset="0"/>
                <a:cs typeface="Arial" panose="020B0604020202020204" pitchFamily="34" charset="0"/>
              </a:rPr>
              <a:t> </a:t>
            </a:r>
            <a:r>
              <a:rPr lang="en-US" sz="1800" b="1" dirty="0">
                <a:solidFill>
                  <a:srgbClr val="0AFAE3"/>
                </a:solidFill>
                <a:effectLst/>
                <a:latin typeface="Calibri (Body)"/>
                <a:ea typeface="Times New Roman" panose="02020603050405020304" pitchFamily="18" charset="0"/>
                <a:cs typeface="Arial" panose="020B0604020202020204" pitchFamily="34" charset="0"/>
              </a:rPr>
              <a:t>15/11/2021.</a:t>
            </a:r>
            <a:endParaRPr lang="en-US" sz="1800" b="1" dirty="0">
              <a:solidFill>
                <a:srgbClr val="0AFAE3"/>
              </a:solidFill>
              <a:effectLst/>
              <a:latin typeface="Calibri (Body)"/>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800" b="1" dirty="0">
                <a:effectLst/>
                <a:latin typeface="Calibri (Body)"/>
                <a:ea typeface="Times New Roman" panose="02020603050405020304" pitchFamily="18" charset="0"/>
                <a:cs typeface="Arial" panose="020B0604020202020204" pitchFamily="34" charset="0"/>
              </a:rPr>
              <a:t>System test review : The software product has passed system testing and is suitable for input into acceptance testing. </a:t>
            </a:r>
            <a:r>
              <a:rPr lang="en-US" sz="1800" b="1" dirty="0">
                <a:solidFill>
                  <a:schemeClr val="tx1"/>
                </a:solidFill>
                <a:effectLst>
                  <a:outerShdw blurRad="38100" dist="38100" dir="2700000" algn="tl">
                    <a:srgbClr val="000000">
                      <a:alpha val="43137"/>
                    </a:srgbClr>
                  </a:outerShdw>
                </a:effectLst>
                <a:latin typeface="Calibri (Body)"/>
                <a:ea typeface="Times New Roman" panose="02020603050405020304" pitchFamily="18" charset="0"/>
                <a:cs typeface="Arial" panose="020B0604020202020204" pitchFamily="34" charset="0"/>
              </a:rPr>
              <a:t>By</a:t>
            </a:r>
            <a:r>
              <a:rPr lang="en-US" sz="1800" b="1" dirty="0">
                <a:effectLst/>
                <a:latin typeface="Calibri (Body)"/>
                <a:ea typeface="Times New Roman" panose="02020603050405020304" pitchFamily="18" charset="0"/>
                <a:cs typeface="Arial" panose="020B0604020202020204" pitchFamily="34" charset="0"/>
              </a:rPr>
              <a:t> </a:t>
            </a:r>
            <a:r>
              <a:rPr lang="en-US" sz="1800" b="1" dirty="0">
                <a:solidFill>
                  <a:srgbClr val="0AFAE3"/>
                </a:solidFill>
                <a:effectLst/>
                <a:latin typeface="Calibri (Body)"/>
                <a:ea typeface="Times New Roman" panose="02020603050405020304" pitchFamily="18" charset="0"/>
                <a:cs typeface="Arial" panose="020B0604020202020204" pitchFamily="34" charset="0"/>
              </a:rPr>
              <a:t>3/2/2022</a:t>
            </a:r>
            <a:endParaRPr lang="en-US" sz="1800" b="1" dirty="0">
              <a:solidFill>
                <a:srgbClr val="0AFAE3"/>
              </a:solidFill>
              <a:effectLst/>
              <a:latin typeface="Calibri (Body)"/>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sz="1800" b="1" dirty="0">
                <a:effectLst/>
                <a:latin typeface="Calibri (Body)"/>
                <a:ea typeface="Times New Roman" panose="02020603050405020304" pitchFamily="18" charset="0"/>
                <a:cs typeface="Arial" panose="020B0604020202020204" pitchFamily="34" charset="0"/>
              </a:rPr>
              <a:t>Product operational: The software is in use in its target operational environment. </a:t>
            </a:r>
            <a:r>
              <a:rPr lang="en-US" sz="1800" b="1" dirty="0">
                <a:solidFill>
                  <a:schemeClr val="tx1"/>
                </a:solidFill>
                <a:effectLst>
                  <a:outerShdw blurRad="38100" dist="38100" dir="2700000" algn="tl">
                    <a:srgbClr val="000000">
                      <a:alpha val="43137"/>
                    </a:srgbClr>
                  </a:outerShdw>
                </a:effectLst>
                <a:latin typeface="Calibri (Body)"/>
                <a:ea typeface="Times New Roman" panose="02020603050405020304" pitchFamily="18" charset="0"/>
                <a:cs typeface="Arial" panose="020B0604020202020204" pitchFamily="34" charset="0"/>
              </a:rPr>
              <a:t>By</a:t>
            </a:r>
            <a:r>
              <a:rPr lang="en-US" sz="1800" b="1" dirty="0">
                <a:effectLst/>
                <a:latin typeface="Calibri (Body)"/>
                <a:ea typeface="Times New Roman" panose="02020603050405020304" pitchFamily="18" charset="0"/>
                <a:cs typeface="Arial" panose="020B0604020202020204" pitchFamily="34" charset="0"/>
              </a:rPr>
              <a:t> </a:t>
            </a:r>
            <a:r>
              <a:rPr lang="en-US" sz="1800" b="1" dirty="0">
                <a:solidFill>
                  <a:srgbClr val="0AFAE3"/>
                </a:solidFill>
                <a:effectLst/>
                <a:latin typeface="Calibri (Body)"/>
                <a:ea typeface="Times New Roman" panose="02020603050405020304" pitchFamily="18" charset="0"/>
                <a:cs typeface="Arial" panose="020B0604020202020204" pitchFamily="34" charset="0"/>
              </a:rPr>
              <a:t>17/2/2022</a:t>
            </a:r>
            <a:r>
              <a:rPr lang="en-US" sz="1800" b="1" dirty="0">
                <a:effectLst/>
                <a:latin typeface="Calibri (Body)"/>
                <a:ea typeface="Times New Roman" panose="02020603050405020304" pitchFamily="18" charset="0"/>
                <a:cs typeface="Arial" panose="020B0604020202020204" pitchFamily="34" charset="0"/>
              </a:rPr>
              <a:t>.</a:t>
            </a:r>
            <a:endParaRPr lang="en-US" sz="1800" b="1" dirty="0">
              <a:effectLst/>
              <a:latin typeface="Calibri (Body)"/>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103309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C68510E-6B85-4E2D-87FB-37D1524B908C}"/>
              </a:ext>
            </a:extLst>
          </p:cNvPr>
          <p:cNvSpPr>
            <a:spLocks noGrp="1"/>
          </p:cNvSpPr>
          <p:nvPr>
            <p:ph type="title"/>
          </p:nvPr>
        </p:nvSpPr>
        <p:spPr>
          <a:xfrm>
            <a:off x="329413" y="358729"/>
            <a:ext cx="8214852" cy="763526"/>
          </a:xfrm>
        </p:spPr>
        <p:txBody>
          <a:bodyPr>
            <a:normAutofit/>
          </a:bodyPr>
          <a:lstStyle/>
          <a:p>
            <a:r>
              <a:rPr lang="en-US" sz="2000" b="1" u="sng"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resources</a:t>
            </a:r>
          </a:p>
        </p:txBody>
      </p:sp>
      <p:sp>
        <p:nvSpPr>
          <p:cNvPr id="13" name="Content Placeholder 2">
            <a:extLst>
              <a:ext uri="{FF2B5EF4-FFF2-40B4-BE49-F238E27FC236}">
                <a16:creationId xmlns:a16="http://schemas.microsoft.com/office/drawing/2014/main" id="{72DBDFF2-DC18-4645-A070-B2C01DEC1DE4}"/>
              </a:ext>
            </a:extLst>
          </p:cNvPr>
          <p:cNvSpPr>
            <a:spLocks noGrp="1"/>
          </p:cNvSpPr>
          <p:nvPr>
            <p:ph idx="1"/>
          </p:nvPr>
        </p:nvSpPr>
        <p:spPr>
          <a:xfrm>
            <a:off x="349729" y="1146566"/>
            <a:ext cx="8246070" cy="3638205"/>
          </a:xfrm>
        </p:spPr>
        <p:txBody>
          <a:bodyPr/>
          <a:lstStyle/>
          <a:p>
            <a:endParaRPr lang="en-US" dirty="0"/>
          </a:p>
          <a:p>
            <a:endParaRPr lang="en-US" dirty="0"/>
          </a:p>
        </p:txBody>
      </p:sp>
      <p:sp>
        <p:nvSpPr>
          <p:cNvPr id="14" name="Content Placeholder 2">
            <a:extLst>
              <a:ext uri="{FF2B5EF4-FFF2-40B4-BE49-F238E27FC236}">
                <a16:creationId xmlns:a16="http://schemas.microsoft.com/office/drawing/2014/main" id="{904C0E6E-087D-4873-A6FB-08AA52A36C00}"/>
              </a:ext>
            </a:extLst>
          </p:cNvPr>
          <p:cNvSpPr txBox="1">
            <a:spLocks/>
          </p:cNvSpPr>
          <p:nvPr/>
        </p:nvSpPr>
        <p:spPr>
          <a:xfrm>
            <a:off x="329413" y="1122255"/>
            <a:ext cx="7068481" cy="3638205"/>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a:ln>
                  <a:noFill/>
                </a:ln>
                <a:solidFill>
                  <a:prstClr val="white"/>
                </a:solidFill>
                <a:effectLst/>
                <a:uLnTx/>
                <a:uFillTx/>
                <a:latin typeface="Calibri"/>
                <a:ea typeface="+mn-ea"/>
                <a:cs typeface="+mn-cs"/>
              </a:rPr>
              <a:t>Hardware :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a:ln>
                  <a:noFill/>
                </a:ln>
                <a:solidFill>
                  <a:prstClr val="white"/>
                </a:solidFill>
                <a:effectLst/>
                <a:uLnTx/>
                <a:uFillTx/>
                <a:latin typeface="Calibri"/>
                <a:ea typeface="+mn-ea"/>
                <a:cs typeface="+mn-cs"/>
              </a:rPr>
              <a:t>10 PC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i="0" u="none" strike="noStrike" kern="1200" cap="none" spc="0" normalizeH="0" baseline="0" noProof="0" dirty="0">
                <a:ln>
                  <a:noFill/>
                </a:ln>
                <a:solidFill>
                  <a:prstClr val="white"/>
                </a:solidFill>
                <a:effectLst/>
                <a:uLnTx/>
                <a:uFillTx/>
                <a:latin typeface="Calibri"/>
                <a:ea typeface="+mn-ea"/>
                <a:cs typeface="+mn-cs"/>
              </a:rPr>
              <a:t>3 Servers.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Staff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 Team android developers .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 Team network Engineer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 Team UI design</a:t>
            </a:r>
            <a:r>
              <a:rPr kumimoji="0" lang="en-US" sz="2800" b="0" i="0" u="none" strike="noStrike" kern="1200" cap="none" spc="0" normalizeH="0" baseline="0" noProof="0" dirty="0">
                <a:ln>
                  <a:noFill/>
                </a:ln>
                <a:solidFill>
                  <a:prstClr val="white"/>
                </a:solidFill>
                <a:effectLst/>
                <a:uLnTx/>
                <a:uFillTx/>
                <a:latin typeface="Calibri"/>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36181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30A98A-B93D-4AE6-9289-6CD79A3385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3999" cy="5143500"/>
          </a:xfrm>
          <a:prstGeom prst="rect">
            <a:avLst/>
          </a:prstGeom>
        </p:spPr>
      </p:pic>
      <p:sp>
        <p:nvSpPr>
          <p:cNvPr id="48" name="文本框 29"/>
          <p:cNvSpPr txBox="1"/>
          <p:nvPr/>
        </p:nvSpPr>
        <p:spPr>
          <a:xfrm>
            <a:off x="296260" y="2168000"/>
            <a:ext cx="4285471" cy="461562"/>
          </a:xfrm>
          <a:prstGeom prst="rect">
            <a:avLst/>
          </a:prstGeom>
          <a:noFill/>
          <a:ln>
            <a:noFill/>
          </a:ln>
          <a:effectLst>
            <a:outerShdw blurRad="63500" sx="102000" sy="102000" algn="ctr" rotWithShape="0">
              <a:prstClr val="black">
                <a:alpha val="40000"/>
              </a:prstClr>
            </a:outerShdw>
          </a:effectLst>
        </p:spPr>
        <p:txBody>
          <a:bodyPr wrap="square" lIns="91338" tIns="45669" rIns="91338" bIns="45669" rtlCol="0">
            <a:spAutoFit/>
          </a:bodyPr>
          <a:lstStyle/>
          <a:p>
            <a:pPr marL="0" marR="0" lvl="0" indent="0" algn="l" defTabSz="912600" rtl="0" eaLnBrk="1" fontAlgn="auto" latinLnBrk="0" hangingPunct="1">
              <a:lnSpc>
                <a:spcPct val="100000"/>
              </a:lnSpc>
              <a:spcBef>
                <a:spcPts val="0"/>
              </a:spcBef>
              <a:spcAft>
                <a:spcPts val="0"/>
              </a:spcAft>
              <a:buClrTx/>
              <a:buSzTx/>
              <a:buFontTx/>
              <a:buNone/>
              <a:tabLst/>
              <a:defRPr/>
            </a:pPr>
            <a:r>
              <a:rPr kumimoji="0" lang="en-US" sz="2400" b="1" i="0" u="sng" strike="noStrike" kern="1200" cap="none" spc="0" normalizeH="0" baseline="0" noProof="0" dirty="0">
                <a:ln>
                  <a:noFill/>
                </a:ln>
                <a:solidFill>
                  <a:srgbClr val="C0504D"/>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rPr>
              <a:t>Communication management</a:t>
            </a:r>
            <a:endParaRPr kumimoji="0" lang="en-GB" sz="2400" b="1" i="0" u="sng" strike="noStrike" kern="1200" cap="none" spc="0" normalizeH="0" baseline="0" noProof="0" dirty="0">
              <a:ln>
                <a:noFill/>
              </a:ln>
              <a:solidFill>
                <a:srgbClr val="C0504D"/>
              </a:solidFill>
              <a:effectLst>
                <a:outerShdw blurRad="38100" dist="38100" dir="2700000" algn="tl">
                  <a:srgbClr val="000000">
                    <a:alpha val="43137"/>
                  </a:srgbClr>
                </a:outerShdw>
              </a:effectLst>
              <a:uLnTx/>
              <a:uFillTx/>
              <a:latin typeface="Times New Roman" panose="02020603050405020304" pitchFamily="18" charset="0"/>
              <a:cs typeface="Times New Roman" panose="02020603050405020304" pitchFamily="18" charset="0"/>
            </a:endParaRPr>
          </a:p>
        </p:txBody>
      </p:sp>
      <p:sp>
        <p:nvSpPr>
          <p:cNvPr id="4" name="TextBox 3"/>
          <p:cNvSpPr txBox="1"/>
          <p:nvPr/>
        </p:nvSpPr>
        <p:spPr>
          <a:xfrm>
            <a:off x="296261" y="426308"/>
            <a:ext cx="7024430" cy="1661890"/>
          </a:xfrm>
          <a:prstGeom prst="rect">
            <a:avLst/>
          </a:prstGeom>
          <a:noFill/>
        </p:spPr>
        <p:txBody>
          <a:bodyPr wrap="square" lIns="91338" tIns="45669" rIns="91338" bIns="45669" rtlCol="0">
            <a:spAutoFit/>
          </a:bodyPr>
          <a:lstStyle/>
          <a:p>
            <a:pPr lvl="0"/>
            <a:r>
              <a:rPr lang="en-US" sz="2400" b="1" u="sng"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Budget</a:t>
            </a:r>
          </a:p>
          <a:p>
            <a:pPr lvl="0"/>
            <a:endParaRPr lang="en-US" sz="2400" dirty="0">
              <a:solidFill>
                <a:srgbClr val="C0504D"/>
              </a:solidFill>
            </a:endParaRPr>
          </a:p>
          <a:p>
            <a:r>
              <a:rPr lang="en-US" dirty="0">
                <a:solidFill>
                  <a:schemeClr val="bg1"/>
                </a:solidFill>
              </a:rPr>
              <a:t>budget allocated for this project is </a:t>
            </a:r>
            <a:r>
              <a:rPr lang="en-US" b="1" dirty="0">
                <a:solidFill>
                  <a:srgbClr val="C0504D"/>
                </a:solidFill>
              </a:rPr>
              <a:t>600000 L.E </a:t>
            </a:r>
            <a:r>
              <a:rPr lang="en-US" dirty="0">
                <a:solidFill>
                  <a:schemeClr val="bg1"/>
                </a:solidFill>
              </a:rPr>
              <a:t>(including servers, devices, developers and training).</a:t>
            </a:r>
          </a:p>
          <a:p>
            <a:pPr marL="0" marR="0" lvl="0" indent="0" algn="l" defTabSz="9126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uLnTx/>
              <a:uFillTx/>
              <a:latin typeface="Calibri"/>
              <a:ea typeface="+mn-ea"/>
              <a:cs typeface="+mn-cs"/>
            </a:endParaRPr>
          </a:p>
        </p:txBody>
      </p:sp>
      <p:sp>
        <p:nvSpPr>
          <p:cNvPr id="7" name="TextBox 6">
            <a:extLst>
              <a:ext uri="{FF2B5EF4-FFF2-40B4-BE49-F238E27FC236}">
                <a16:creationId xmlns:a16="http://schemas.microsoft.com/office/drawing/2014/main" id="{7C044446-29E3-423A-BE3D-CF3EF8C08BC7}"/>
              </a:ext>
            </a:extLst>
          </p:cNvPr>
          <p:cNvSpPr txBox="1"/>
          <p:nvPr/>
        </p:nvSpPr>
        <p:spPr>
          <a:xfrm>
            <a:off x="296260" y="2894029"/>
            <a:ext cx="9143999" cy="1754223"/>
          </a:xfrm>
          <a:prstGeom prst="rect">
            <a:avLst/>
          </a:prstGeom>
          <a:noFill/>
        </p:spPr>
        <p:txBody>
          <a:bodyPr wrap="square" lIns="91338" tIns="45669" rIns="91338" bIns="45669" rtlCol="0">
            <a:spAutoFit/>
          </a:bodyPr>
          <a:lstStyle/>
          <a:p>
            <a:r>
              <a:rPr lang="en-US" dirty="0">
                <a:solidFill>
                  <a:schemeClr val="bg1"/>
                </a:solidFill>
              </a:rPr>
              <a:t>1- Conducting a weekly meeting between each department and the</a:t>
            </a:r>
          </a:p>
          <a:p>
            <a:r>
              <a:rPr lang="en-US" dirty="0">
                <a:solidFill>
                  <a:schemeClr val="bg1"/>
                </a:solidFill>
              </a:rPr>
              <a:t>leader to discuss and solve problems and discuss suggestions to</a:t>
            </a:r>
          </a:p>
          <a:p>
            <a:r>
              <a:rPr lang="en-US" dirty="0">
                <a:solidFill>
                  <a:schemeClr val="bg1"/>
                </a:solidFill>
              </a:rPr>
              <a:t>improve the quality of the application.</a:t>
            </a:r>
          </a:p>
          <a:p>
            <a:r>
              <a:rPr lang="en-US" dirty="0">
                <a:solidFill>
                  <a:schemeClr val="bg1"/>
                </a:solidFill>
              </a:rPr>
              <a:t>2- Meeting between the heads of the departments and the head of</a:t>
            </a:r>
          </a:p>
          <a:p>
            <a:r>
              <a:rPr lang="en-US" dirty="0">
                <a:solidFill>
                  <a:schemeClr val="bg1"/>
                </a:solidFill>
              </a:rPr>
              <a:t>the company to discuss the latest developments</a:t>
            </a:r>
          </a:p>
          <a:p>
            <a:pPr marL="0" marR="0" lvl="0" indent="0" algn="ctr" defTabSz="912600" rtl="0" eaLnBrk="1" fontAlgn="auto" latinLnBrk="0" hangingPunct="1">
              <a:lnSpc>
                <a:spcPct val="100000"/>
              </a:lnSpc>
              <a:spcBef>
                <a:spcPts val="0"/>
              </a:spcBef>
              <a:spcAft>
                <a:spcPts val="0"/>
              </a:spcAft>
              <a:buClrTx/>
              <a:buSzTx/>
              <a:buFontTx/>
              <a:buNone/>
              <a:tabLst/>
              <a:defRPr/>
            </a:pPr>
            <a:endParaRPr kumimoji="0" lang="ar-EG" sz="1800" b="0"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2426659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56585" y="2080971"/>
            <a:ext cx="4040188" cy="479822"/>
          </a:xfrm>
        </p:spPr>
        <p:txBody>
          <a:bodyPr/>
          <a:lstStyle/>
          <a:p>
            <a:pPr algn="l"/>
            <a:r>
              <a:rPr lang="en-US" dirty="0">
                <a:solidFill>
                  <a:srgbClr val="C0504D"/>
                </a:solidFill>
                <a:latin typeface="Times New Roman" panose="02020603050405020304" pitchFamily="18" charset="0"/>
                <a:cs typeface="Times New Roman" panose="02020603050405020304" pitchFamily="18" charset="0"/>
              </a:rPr>
              <a:t>Limits :</a:t>
            </a:r>
          </a:p>
        </p:txBody>
      </p:sp>
      <p:sp>
        <p:nvSpPr>
          <p:cNvPr id="6" name="Content Placeholder 5"/>
          <p:cNvSpPr>
            <a:spLocks noGrp="1"/>
          </p:cNvSpPr>
          <p:nvPr>
            <p:ph sz="half" idx="2"/>
          </p:nvPr>
        </p:nvSpPr>
        <p:spPr>
          <a:xfrm>
            <a:off x="83223" y="2692367"/>
            <a:ext cx="4040188" cy="2276294"/>
          </a:xfrm>
        </p:spPr>
        <p:txBody>
          <a:bodyPr>
            <a:normAutofit/>
          </a:bodyPr>
          <a:lstStyle/>
          <a:p>
            <a:pPr algn="l"/>
            <a:endParaRPr lang="en-US" sz="1600" dirty="0"/>
          </a:p>
          <a:p>
            <a:pPr algn="l"/>
            <a:r>
              <a:rPr lang="en-US" sz="1600" dirty="0"/>
              <a:t>The project must be ready at </a:t>
            </a:r>
            <a:r>
              <a:rPr lang="en-US" sz="1600" u="sng" dirty="0"/>
              <a:t>the end of </a:t>
            </a:r>
            <a:r>
              <a:rPr lang="en-US" sz="1600" b="1" u="sng" dirty="0"/>
              <a:t>February </a:t>
            </a:r>
            <a:r>
              <a:rPr lang="en-US" sz="1600" dirty="0"/>
              <a:t>.</a:t>
            </a:r>
          </a:p>
          <a:p>
            <a:pPr algn="l"/>
            <a:r>
              <a:rPr lang="en-US" sz="1600" dirty="0"/>
              <a:t>The application must connect to the cameras to know the nearest and best place for the user . </a:t>
            </a:r>
          </a:p>
          <a:p>
            <a:pPr algn="l"/>
            <a:r>
              <a:rPr lang="en-US" sz="1600" dirty="0"/>
              <a:t>The application will be for </a:t>
            </a:r>
            <a:r>
              <a:rPr lang="en-US" sz="1600" b="1" u="sng" dirty="0"/>
              <a:t>Android</a:t>
            </a:r>
            <a:r>
              <a:rPr lang="en-US" sz="1600" dirty="0"/>
              <a:t> .</a:t>
            </a:r>
          </a:p>
        </p:txBody>
      </p:sp>
      <p:sp>
        <p:nvSpPr>
          <p:cNvPr id="7" name="Text Placeholder 6"/>
          <p:cNvSpPr>
            <a:spLocks noGrp="1"/>
          </p:cNvSpPr>
          <p:nvPr>
            <p:ph type="body" sz="quarter" idx="3"/>
          </p:nvPr>
        </p:nvSpPr>
        <p:spPr>
          <a:xfrm>
            <a:off x="4571999" y="2091928"/>
            <a:ext cx="4041775" cy="479822"/>
          </a:xfrm>
        </p:spPr>
        <p:txBody>
          <a:bodyPr/>
          <a:lstStyle/>
          <a:p>
            <a:pPr algn="l"/>
            <a:r>
              <a:rPr lang="en-US" dirty="0">
                <a:solidFill>
                  <a:srgbClr val="C0504D"/>
                </a:solidFill>
                <a:latin typeface="Times New Roman" panose="02020603050405020304" pitchFamily="18" charset="0"/>
                <a:cs typeface="Times New Roman" panose="02020603050405020304" pitchFamily="18" charset="0"/>
              </a:rPr>
              <a:t>Exclusions :</a:t>
            </a:r>
          </a:p>
        </p:txBody>
      </p:sp>
      <p:sp>
        <p:nvSpPr>
          <p:cNvPr id="8" name="Content Placeholder 7"/>
          <p:cNvSpPr>
            <a:spLocks noGrp="1"/>
          </p:cNvSpPr>
          <p:nvPr>
            <p:ph sz="quarter" idx="4"/>
          </p:nvPr>
        </p:nvSpPr>
        <p:spPr>
          <a:xfrm>
            <a:off x="4571999" y="2692367"/>
            <a:ext cx="4041775" cy="2276294"/>
          </a:xfrm>
        </p:spPr>
        <p:txBody>
          <a:bodyPr>
            <a:normAutofit/>
          </a:bodyPr>
          <a:lstStyle/>
          <a:p>
            <a:pPr algn="l"/>
            <a:endParaRPr lang="en-US" sz="1600" dirty="0"/>
          </a:p>
          <a:p>
            <a:pPr algn="l"/>
            <a:r>
              <a:rPr lang="en-US" sz="1600" dirty="0"/>
              <a:t>The project don't use </a:t>
            </a:r>
            <a:r>
              <a:rPr lang="en-US" sz="1600" b="1" u="sng" dirty="0"/>
              <a:t>sensors</a:t>
            </a:r>
            <a:r>
              <a:rPr lang="en-US" sz="1600" dirty="0"/>
              <a:t> .</a:t>
            </a:r>
          </a:p>
          <a:p>
            <a:pPr algn="l"/>
            <a:r>
              <a:rPr lang="en-US" sz="1600" dirty="0"/>
              <a:t>The project don’t have responsibility for </a:t>
            </a:r>
            <a:r>
              <a:rPr lang="en-US" sz="1600" b="1" u="sng" dirty="0"/>
              <a:t>security of the shops </a:t>
            </a:r>
            <a:r>
              <a:rPr lang="en-US" sz="1600" dirty="0"/>
              <a:t>.</a:t>
            </a:r>
          </a:p>
          <a:p>
            <a:pPr algn="l"/>
            <a:r>
              <a:rPr lang="en-US" sz="1600" dirty="0"/>
              <a:t>There is no wages for the </a:t>
            </a:r>
            <a:r>
              <a:rPr lang="en-US" sz="1600" b="1" u="sng" dirty="0"/>
              <a:t>owners of the shops .</a:t>
            </a:r>
          </a:p>
          <a:p>
            <a:pPr algn="l"/>
            <a:r>
              <a:rPr lang="en-US" sz="1600" dirty="0"/>
              <a:t>The application will not be for </a:t>
            </a:r>
            <a:r>
              <a:rPr lang="en-US" sz="1600" u="sng" dirty="0"/>
              <a:t>web</a:t>
            </a:r>
            <a:r>
              <a:rPr lang="en-US" sz="1600" dirty="0"/>
              <a:t> .</a:t>
            </a:r>
          </a:p>
        </p:txBody>
      </p:sp>
      <p:sp>
        <p:nvSpPr>
          <p:cNvPr id="9" name="Title 1">
            <a:extLst>
              <a:ext uri="{FF2B5EF4-FFF2-40B4-BE49-F238E27FC236}">
                <a16:creationId xmlns:a16="http://schemas.microsoft.com/office/drawing/2014/main" id="{11F57C94-D008-46FE-8125-EEE73E7BC401}"/>
              </a:ext>
            </a:extLst>
          </p:cNvPr>
          <p:cNvSpPr txBox="1">
            <a:spLocks/>
          </p:cNvSpPr>
          <p:nvPr/>
        </p:nvSpPr>
        <p:spPr>
          <a:xfrm>
            <a:off x="0" y="1095312"/>
            <a:ext cx="9144000" cy="891026"/>
          </a:xfrm>
          <a:prstGeom prst="rect">
            <a:avLst/>
          </a:prstGeom>
        </p:spPr>
        <p:txBody>
          <a:bodyPr vert="horz" lIns="91440" tIns="45720" rIns="91440" bIns="45720" rtlCol="0" anchor="ctr">
            <a:normAutofit/>
          </a:bodyPr>
          <a:lstStyle>
            <a:lvl1pPr algn="r" defTabSz="914400" rtl="0" eaLnBrk="1" latinLnBrk="0" hangingPunct="1">
              <a:spcBef>
                <a:spcPct val="0"/>
              </a:spcBef>
              <a:buNone/>
              <a:defRPr sz="3600" kern="1200" baseline="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sng" strike="noStrike" kern="1200" cap="none" spc="0" normalizeH="0" baseline="0" noProof="0" dirty="0">
                <a:ln>
                  <a:noFill/>
                </a:ln>
                <a:solidFill>
                  <a:srgbClr val="C0504D"/>
                </a:solidFill>
                <a:effectLst>
                  <a:outerShdw blurRad="50800" dist="38100" dir="2700000" algn="tl" rotWithShape="0">
                    <a:prstClr val="black">
                      <a:alpha val="40000"/>
                    </a:prstClr>
                  </a:outerShdw>
                </a:effectLst>
                <a:uLnTx/>
                <a:uFillTx/>
                <a:latin typeface="Times New Roman" panose="02020603050405020304" pitchFamily="18" charset="0"/>
                <a:cs typeface="Times New Roman" panose="02020603050405020304" pitchFamily="18" charset="0"/>
              </a:rPr>
              <a:t>Limits &amp; Exclusions</a:t>
            </a:r>
          </a:p>
        </p:txBody>
      </p:sp>
    </p:spTree>
    <p:extLst>
      <p:ext uri="{BB962C8B-B14F-4D97-AF65-F5344CB8AC3E}">
        <p14:creationId xmlns:p14="http://schemas.microsoft.com/office/powerpoint/2010/main" val="4170783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E61E8566-A6A7-4008-BC3A-A2C02D0B7459}"/>
              </a:ext>
            </a:extLst>
          </p:cNvPr>
          <p:cNvGraphicFramePr/>
          <p:nvPr>
            <p:extLst>
              <p:ext uri="{D42A27DB-BD31-4B8C-83A1-F6EECF244321}">
                <p14:modId xmlns:p14="http://schemas.microsoft.com/office/powerpoint/2010/main" val="2243728519"/>
              </p:ext>
            </p:extLst>
          </p:nvPr>
        </p:nvGraphicFramePr>
        <p:xfrm>
          <a:off x="328463" y="1370765"/>
          <a:ext cx="8246070" cy="3468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3">
            <a:extLst>
              <a:ext uri="{FF2B5EF4-FFF2-40B4-BE49-F238E27FC236}">
                <a16:creationId xmlns:a16="http://schemas.microsoft.com/office/drawing/2014/main" id="{0D8CCD71-30BF-4B05-BE59-FCC24250E6DF}"/>
              </a:ext>
            </a:extLst>
          </p:cNvPr>
          <p:cNvSpPr txBox="1">
            <a:spLocks/>
          </p:cNvSpPr>
          <p:nvPr/>
        </p:nvSpPr>
        <p:spPr>
          <a:xfrm>
            <a:off x="0" y="1370765"/>
            <a:ext cx="9144000" cy="763525"/>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AFAE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WBS</a:t>
            </a:r>
            <a:r>
              <a:rPr kumimoji="0" lang="en-US" sz="2000" b="1" i="0" u="none" strike="noStrike" kern="1200" cap="none" spc="0" normalizeH="0" baseline="0" noProof="0" dirty="0">
                <a:ln>
                  <a:noFill/>
                </a:ln>
                <a:solidFill>
                  <a:srgbClr val="0AFAE3"/>
                </a:solidFill>
                <a:effectLst>
                  <a:outerShdw blurRad="38100" dist="38100" dir="2700000" algn="tl">
                    <a:srgbClr val="000000">
                      <a:alpha val="43137"/>
                    </a:srgbClr>
                  </a:outerShdw>
                </a:effectLst>
                <a:uLnTx/>
                <a:uFillTx/>
                <a:latin typeface="Times New Roman" panose="02020603050405020304" pitchFamily="18" charset="0"/>
                <a:ea typeface="Calibri" panose="020F0502020204030204" pitchFamily="34" charset="0"/>
                <a:cs typeface="+mj-cs"/>
              </a:rPr>
              <a:t> Structure :</a:t>
            </a:r>
            <a:endParaRPr kumimoji="0" lang="en-US" sz="2000" b="0" i="0" u="none" strike="noStrike" kern="1200" cap="none" spc="0" normalizeH="0" baseline="0" noProof="0" dirty="0">
              <a:ln>
                <a:noFill/>
              </a:ln>
              <a:solidFill>
                <a:srgbClr val="0AFAE3"/>
              </a:solidFill>
              <a:effectLst>
                <a:outerShdw blurRad="38100" dist="38100" dir="2700000" algn="tl">
                  <a:srgbClr val="000000">
                    <a:alpha val="43137"/>
                  </a:srgbClr>
                </a:outerShdw>
              </a:effectLst>
              <a:uLnTx/>
              <a:uFillTx/>
              <a:latin typeface="Calibri"/>
              <a:cs typeface="+mj-cs"/>
            </a:endParaRPr>
          </a:p>
        </p:txBody>
      </p:sp>
    </p:spTree>
    <p:extLst>
      <p:ext uri="{BB962C8B-B14F-4D97-AF65-F5344CB8AC3E}">
        <p14:creationId xmlns:p14="http://schemas.microsoft.com/office/powerpoint/2010/main" val="109100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8839" y="281175"/>
            <a:ext cx="6108200" cy="572644"/>
          </a:xfrm>
        </p:spPr>
        <p:txBody>
          <a:bodyPr>
            <a:normAutofit/>
          </a:bodyPr>
          <a:lstStyle/>
          <a:p>
            <a:pPr marL="0" marR="0">
              <a:lnSpc>
                <a:spcPct val="115000"/>
              </a:lnSpc>
              <a:spcBef>
                <a:spcPts val="0"/>
              </a:spcBef>
              <a:spcAft>
                <a:spcPts val="1000"/>
              </a:spcAft>
            </a:pPr>
            <a:r>
              <a:rPr lang="en-US" sz="2000" b="1" dirty="0">
                <a:effectLst/>
                <a:latin typeface="Times New Roman" panose="02020603050405020304" pitchFamily="18" charset="0"/>
                <a:ea typeface="Calibri" panose="020F0502020204030204" pitchFamily="34" charset="0"/>
                <a:cs typeface="Arial" panose="020B0604020202020204" pitchFamily="34" charset="0"/>
              </a:rPr>
              <a:t>WBS Dictionary</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75A35900-2491-4839-9751-C4C458372FD4}"/>
              </a:ext>
            </a:extLst>
          </p:cNvPr>
          <p:cNvGraphicFramePr>
            <a:graphicFrameLocks noGrp="1"/>
          </p:cNvGraphicFramePr>
          <p:nvPr>
            <p:extLst>
              <p:ext uri="{D42A27DB-BD31-4B8C-83A1-F6EECF244321}">
                <p14:modId xmlns:p14="http://schemas.microsoft.com/office/powerpoint/2010/main" val="2133644008"/>
              </p:ext>
            </p:extLst>
          </p:nvPr>
        </p:nvGraphicFramePr>
        <p:xfrm>
          <a:off x="178839" y="1197405"/>
          <a:ext cx="6225621" cy="3376934"/>
        </p:xfrm>
        <a:graphic>
          <a:graphicData uri="http://schemas.openxmlformats.org/drawingml/2006/table">
            <a:tbl>
              <a:tblPr firstRow="1" firstCol="1" bandRow="1">
                <a:tableStyleId>{21E4AEA4-8DFA-4A89-87EB-49C32662AFE0}</a:tableStyleId>
              </a:tblPr>
              <a:tblGrid>
                <a:gridCol w="2213542">
                  <a:extLst>
                    <a:ext uri="{9D8B030D-6E8A-4147-A177-3AD203B41FA5}">
                      <a16:colId xmlns:a16="http://schemas.microsoft.com/office/drawing/2014/main" val="1447399441"/>
                    </a:ext>
                  </a:extLst>
                </a:gridCol>
                <a:gridCol w="551600">
                  <a:extLst>
                    <a:ext uri="{9D8B030D-6E8A-4147-A177-3AD203B41FA5}">
                      <a16:colId xmlns:a16="http://schemas.microsoft.com/office/drawing/2014/main" val="2505618974"/>
                    </a:ext>
                  </a:extLst>
                </a:gridCol>
                <a:gridCol w="1304771">
                  <a:extLst>
                    <a:ext uri="{9D8B030D-6E8A-4147-A177-3AD203B41FA5}">
                      <a16:colId xmlns:a16="http://schemas.microsoft.com/office/drawing/2014/main" val="568113485"/>
                    </a:ext>
                  </a:extLst>
                </a:gridCol>
                <a:gridCol w="1077854">
                  <a:extLst>
                    <a:ext uri="{9D8B030D-6E8A-4147-A177-3AD203B41FA5}">
                      <a16:colId xmlns:a16="http://schemas.microsoft.com/office/drawing/2014/main" val="140202131"/>
                    </a:ext>
                  </a:extLst>
                </a:gridCol>
                <a:gridCol w="1077854">
                  <a:extLst>
                    <a:ext uri="{9D8B030D-6E8A-4147-A177-3AD203B41FA5}">
                      <a16:colId xmlns:a16="http://schemas.microsoft.com/office/drawing/2014/main" val="1012499048"/>
                    </a:ext>
                  </a:extLst>
                </a:gridCol>
              </a:tblGrid>
              <a:tr h="229251">
                <a:tc>
                  <a:txBody>
                    <a:bodyPr/>
                    <a:lstStyle/>
                    <a:p>
                      <a:pPr marL="0" marR="0" algn="ctr">
                        <a:lnSpc>
                          <a:spcPct val="115000"/>
                        </a:lnSpc>
                        <a:spcBef>
                          <a:spcPts val="0"/>
                        </a:spcBef>
                        <a:spcAft>
                          <a:spcPts val="0"/>
                        </a:spcAft>
                      </a:pPr>
                      <a:r>
                        <a:rPr lang="en-US" sz="1400" dirty="0">
                          <a:effectLst/>
                        </a:rPr>
                        <a:t>Work Package</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ID</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Responsible</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Start Date</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End Date</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4003122130"/>
                  </a:ext>
                </a:extLst>
              </a:tr>
              <a:tr h="330036">
                <a:tc>
                  <a:txBody>
                    <a:bodyPr/>
                    <a:lstStyle/>
                    <a:p>
                      <a:pPr marL="0" marR="0" algn="ctr">
                        <a:lnSpc>
                          <a:spcPct val="115000"/>
                        </a:lnSpc>
                        <a:spcBef>
                          <a:spcPts val="0"/>
                        </a:spcBef>
                        <a:spcAft>
                          <a:spcPts val="0"/>
                        </a:spcAft>
                      </a:pPr>
                      <a:r>
                        <a:rPr lang="en-US" sz="1400" dirty="0">
                          <a:effectLst/>
                        </a:rPr>
                        <a:t>Permission from shop</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1.1</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Mahmoud Ali</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24/11/2021</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29/12/2021</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923551763"/>
                  </a:ext>
                </a:extLst>
              </a:tr>
              <a:tr h="229250">
                <a:tc>
                  <a:txBody>
                    <a:bodyPr/>
                    <a:lstStyle/>
                    <a:p>
                      <a:pPr marL="0" marR="0" algn="ctr">
                        <a:lnSpc>
                          <a:spcPct val="115000"/>
                        </a:lnSpc>
                        <a:spcBef>
                          <a:spcPts val="0"/>
                        </a:spcBef>
                        <a:spcAft>
                          <a:spcPts val="0"/>
                        </a:spcAft>
                      </a:pPr>
                      <a:r>
                        <a:rPr lang="en-US" sz="1400" dirty="0">
                          <a:effectLst/>
                        </a:rPr>
                        <a:t>UI design</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1.2.1</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Mariam</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29/12/2021</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12/1/2022</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3662208712"/>
                  </a:ext>
                </a:extLst>
              </a:tr>
              <a:tr h="339871">
                <a:tc>
                  <a:txBody>
                    <a:bodyPr/>
                    <a:lstStyle/>
                    <a:p>
                      <a:pPr marL="0" marR="0" algn="ctr">
                        <a:lnSpc>
                          <a:spcPct val="115000"/>
                        </a:lnSpc>
                        <a:spcBef>
                          <a:spcPts val="0"/>
                        </a:spcBef>
                        <a:spcAft>
                          <a:spcPts val="0"/>
                        </a:spcAft>
                      </a:pPr>
                      <a:r>
                        <a:rPr lang="en-US" sz="1400" dirty="0">
                          <a:effectLst/>
                        </a:rPr>
                        <a:t>Android App design</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1.2.2</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Mostafa</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29/12/2021</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19/1/2022</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1825666134"/>
                  </a:ext>
                </a:extLst>
              </a:tr>
              <a:tr h="339871">
                <a:tc>
                  <a:txBody>
                    <a:bodyPr/>
                    <a:lstStyle/>
                    <a:p>
                      <a:pPr marL="0" marR="0" algn="ctr">
                        <a:lnSpc>
                          <a:spcPct val="115000"/>
                        </a:lnSpc>
                        <a:spcBef>
                          <a:spcPts val="0"/>
                        </a:spcBef>
                        <a:spcAft>
                          <a:spcPts val="0"/>
                        </a:spcAft>
                      </a:pPr>
                      <a:r>
                        <a:rPr lang="en-US" sz="1400" dirty="0">
                          <a:effectLst/>
                        </a:rPr>
                        <a:t>Network processing</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1.2.3</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dirty="0">
                          <a:effectLst/>
                        </a:rPr>
                        <a:t>Yasmeen</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29/12/2021</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5/1/2022</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272487576"/>
                  </a:ext>
                </a:extLst>
              </a:tr>
              <a:tr h="472808">
                <a:tc>
                  <a:txBody>
                    <a:bodyPr/>
                    <a:lstStyle/>
                    <a:p>
                      <a:pPr marL="0" marR="0" algn="ctr">
                        <a:lnSpc>
                          <a:spcPct val="115000"/>
                        </a:lnSpc>
                        <a:spcBef>
                          <a:spcPts val="0"/>
                        </a:spcBef>
                        <a:spcAft>
                          <a:spcPts val="0"/>
                        </a:spcAft>
                      </a:pPr>
                      <a:r>
                        <a:rPr lang="en-US" sz="1400" dirty="0">
                          <a:effectLst/>
                        </a:rPr>
                        <a:t>Test</a:t>
                      </a:r>
                      <a:endParaRPr lang="en-US" sz="1000" dirty="0">
                        <a:effectLst/>
                      </a:endParaRPr>
                    </a:p>
                    <a:p>
                      <a:pPr marL="0" marR="0" algn="ctr">
                        <a:lnSpc>
                          <a:spcPct val="115000"/>
                        </a:lnSpc>
                        <a:spcBef>
                          <a:spcPts val="0"/>
                        </a:spcBef>
                        <a:spcAft>
                          <a:spcPts val="0"/>
                        </a:spcAft>
                      </a:pPr>
                      <a:r>
                        <a:rPr lang="en-US" sz="1400" dirty="0">
                          <a:effectLst/>
                        </a:rPr>
                        <a:t>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1.2.4</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Mahmoud  Ayman</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19/1/2022</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3/2/2022</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1636896806"/>
                  </a:ext>
                </a:extLst>
              </a:tr>
              <a:tr h="472808">
                <a:tc>
                  <a:txBody>
                    <a:bodyPr/>
                    <a:lstStyle/>
                    <a:p>
                      <a:pPr marL="0" marR="0" algn="ctr">
                        <a:lnSpc>
                          <a:spcPct val="115000"/>
                        </a:lnSpc>
                        <a:spcBef>
                          <a:spcPts val="0"/>
                        </a:spcBef>
                        <a:spcAft>
                          <a:spcPts val="0"/>
                        </a:spcAft>
                      </a:pPr>
                      <a:r>
                        <a:rPr lang="en-US" sz="1400" dirty="0">
                          <a:effectLst/>
                        </a:rPr>
                        <a:t>Reserve a server in Google cloud</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1.3.1</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Yasmeen</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29/12/2021</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5/1/2022</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620216231"/>
                  </a:ext>
                </a:extLst>
              </a:tr>
              <a:tr h="472808">
                <a:tc>
                  <a:txBody>
                    <a:bodyPr/>
                    <a:lstStyle/>
                    <a:p>
                      <a:pPr marL="0" marR="0" algn="ctr">
                        <a:lnSpc>
                          <a:spcPct val="115000"/>
                        </a:lnSpc>
                        <a:spcBef>
                          <a:spcPts val="0"/>
                        </a:spcBef>
                        <a:spcAft>
                          <a:spcPts val="0"/>
                        </a:spcAft>
                      </a:pPr>
                      <a:r>
                        <a:rPr lang="en-US" sz="1400" dirty="0">
                          <a:effectLst/>
                        </a:rPr>
                        <a:t>gathering information from Zone Traffic Department</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1.3.2</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Mahmoud  Ali </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29/12/2021</a:t>
                      </a:r>
                      <a:endParaRPr lang="en-US" sz="1000" b="0">
                        <a:effectLst/>
                      </a:endParaRPr>
                    </a:p>
                    <a:p>
                      <a:pPr marL="0" marR="0" algn="ctr">
                        <a:lnSpc>
                          <a:spcPct val="115000"/>
                        </a:lnSpc>
                        <a:spcBef>
                          <a:spcPts val="0"/>
                        </a:spcBef>
                        <a:spcAft>
                          <a:spcPts val="0"/>
                        </a:spcAft>
                      </a:pPr>
                      <a:r>
                        <a:rPr lang="en-US" sz="1400" b="0">
                          <a:effectLst/>
                        </a:rPr>
                        <a:t> </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5/1/2022</a:t>
                      </a:r>
                      <a:endParaRPr lang="en-US" sz="1000" b="0" dirty="0">
                        <a:effectLst/>
                      </a:endParaRPr>
                    </a:p>
                    <a:p>
                      <a:pPr marL="0" marR="0" algn="ctr">
                        <a:lnSpc>
                          <a:spcPct val="115000"/>
                        </a:lnSpc>
                        <a:spcBef>
                          <a:spcPts val="0"/>
                        </a:spcBef>
                        <a:spcAft>
                          <a:spcPts val="0"/>
                        </a:spcAft>
                      </a:pPr>
                      <a:r>
                        <a:rPr lang="en-US" sz="1400" b="0" dirty="0">
                          <a:effectLst/>
                        </a:rPr>
                        <a:t> </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516018391"/>
                  </a:ext>
                </a:extLst>
              </a:tr>
              <a:tr h="472808">
                <a:tc>
                  <a:txBody>
                    <a:bodyPr/>
                    <a:lstStyle/>
                    <a:p>
                      <a:pPr marL="0" marR="0" algn="ctr">
                        <a:lnSpc>
                          <a:spcPct val="115000"/>
                        </a:lnSpc>
                        <a:spcBef>
                          <a:spcPts val="0"/>
                        </a:spcBef>
                        <a:spcAft>
                          <a:spcPts val="0"/>
                        </a:spcAft>
                      </a:pPr>
                      <a:r>
                        <a:rPr lang="en-US" sz="1400" dirty="0">
                          <a:effectLst/>
                        </a:rPr>
                        <a:t>Integration</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rPr>
                        <a:t>1.4</a:t>
                      </a:r>
                      <a:endParaRPr lang="en-US" sz="10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a:effectLst/>
                        </a:rPr>
                        <a:t>Mahmoud Ayman</a:t>
                      </a:r>
                      <a:endParaRPr lang="en-US" sz="100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a:effectLst/>
                        </a:rPr>
                        <a:t>3/2/2022</a:t>
                      </a:r>
                      <a:endParaRPr lang="en-US" sz="1000" b="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tc>
                  <a:txBody>
                    <a:bodyPr/>
                    <a:lstStyle/>
                    <a:p>
                      <a:pPr marL="0" marR="0" algn="ctr">
                        <a:lnSpc>
                          <a:spcPct val="115000"/>
                        </a:lnSpc>
                        <a:spcBef>
                          <a:spcPts val="0"/>
                        </a:spcBef>
                        <a:spcAft>
                          <a:spcPts val="0"/>
                        </a:spcAft>
                      </a:pPr>
                      <a:r>
                        <a:rPr lang="en-US" sz="1400" b="0" dirty="0">
                          <a:effectLst/>
                        </a:rPr>
                        <a:t>17/2/2022</a:t>
                      </a:r>
                      <a:endParaRPr lang="en-US" sz="1000" b="0" dirty="0">
                        <a:effectLst/>
                        <a:latin typeface="Calibri" panose="020F0502020204030204" pitchFamily="34" charset="0"/>
                        <a:ea typeface="Calibri" panose="020F0502020204030204" pitchFamily="34" charset="0"/>
                        <a:cs typeface="Arial" panose="020B0604020202020204" pitchFamily="34" charset="0"/>
                      </a:endParaRPr>
                    </a:p>
                  </a:txBody>
                  <a:tcPr marL="59451" marR="59451" marT="0" marB="0"/>
                </a:tc>
                <a:extLst>
                  <a:ext uri="{0D108BD9-81ED-4DB2-BD59-A6C34878D82A}">
                    <a16:rowId xmlns:a16="http://schemas.microsoft.com/office/drawing/2014/main" val="3512340789"/>
                  </a:ext>
                </a:extLst>
              </a:tr>
            </a:tbl>
          </a:graphicData>
        </a:graphic>
      </p:graphicFrame>
    </p:spTree>
    <p:extLst>
      <p:ext uri="{BB962C8B-B14F-4D97-AF65-F5344CB8AC3E}">
        <p14:creationId xmlns:p14="http://schemas.microsoft.com/office/powerpoint/2010/main" val="3206261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6829BB-DE73-4D73-A0A5-06F803C1C5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00" y="-24235"/>
            <a:ext cx="9162300" cy="5167735"/>
          </a:xfrm>
          <a:prstGeom prst="rect">
            <a:avLst/>
          </a:prstGeom>
        </p:spPr>
      </p:pic>
      <p:sp>
        <p:nvSpPr>
          <p:cNvPr id="4" name="Title 3"/>
          <p:cNvSpPr>
            <a:spLocks noGrp="1"/>
          </p:cNvSpPr>
          <p:nvPr>
            <p:ph type="title"/>
          </p:nvPr>
        </p:nvSpPr>
        <p:spPr>
          <a:xfrm>
            <a:off x="143555" y="83278"/>
            <a:ext cx="5497380" cy="503307"/>
          </a:xfrm>
        </p:spPr>
        <p:txBody>
          <a:bodyPr>
            <a:normAutofit/>
          </a:bodyPr>
          <a:lstStyle/>
          <a:p>
            <a:r>
              <a:rPr lang="en-US" sz="1800" b="1"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Responsibility matrix :</a:t>
            </a:r>
          </a:p>
        </p:txBody>
      </p:sp>
      <p:graphicFrame>
        <p:nvGraphicFramePr>
          <p:cNvPr id="10" name="Table 10">
            <a:extLst>
              <a:ext uri="{FF2B5EF4-FFF2-40B4-BE49-F238E27FC236}">
                <a16:creationId xmlns:a16="http://schemas.microsoft.com/office/drawing/2014/main" id="{1E2270CD-6B02-4359-87B8-AB0F9A70DC54}"/>
              </a:ext>
            </a:extLst>
          </p:cNvPr>
          <p:cNvGraphicFramePr>
            <a:graphicFrameLocks noGrp="1"/>
          </p:cNvGraphicFramePr>
          <p:nvPr>
            <p:ph idx="1"/>
            <p:extLst>
              <p:ext uri="{D42A27DB-BD31-4B8C-83A1-F6EECF244321}">
                <p14:modId xmlns:p14="http://schemas.microsoft.com/office/powerpoint/2010/main" val="3420775352"/>
              </p:ext>
            </p:extLst>
          </p:nvPr>
        </p:nvGraphicFramePr>
        <p:xfrm>
          <a:off x="143555" y="694098"/>
          <a:ext cx="6719020" cy="4055975"/>
        </p:xfrm>
        <a:graphic>
          <a:graphicData uri="http://schemas.openxmlformats.org/drawingml/2006/table">
            <a:tbl>
              <a:tblPr firstRow="1" bandRow="1">
                <a:tableStyleId>{85BE263C-DBD7-4A20-BB59-AAB30ACAA65A}</a:tableStyleId>
              </a:tblPr>
              <a:tblGrid>
                <a:gridCol w="1758833">
                  <a:extLst>
                    <a:ext uri="{9D8B030D-6E8A-4147-A177-3AD203B41FA5}">
                      <a16:colId xmlns:a16="http://schemas.microsoft.com/office/drawing/2014/main" val="4143299305"/>
                    </a:ext>
                  </a:extLst>
                </a:gridCol>
                <a:gridCol w="1022578">
                  <a:extLst>
                    <a:ext uri="{9D8B030D-6E8A-4147-A177-3AD203B41FA5}">
                      <a16:colId xmlns:a16="http://schemas.microsoft.com/office/drawing/2014/main" val="657268916"/>
                    </a:ext>
                  </a:extLst>
                </a:gridCol>
                <a:gridCol w="981675">
                  <a:extLst>
                    <a:ext uri="{9D8B030D-6E8A-4147-A177-3AD203B41FA5}">
                      <a16:colId xmlns:a16="http://schemas.microsoft.com/office/drawing/2014/main" val="313025604"/>
                    </a:ext>
                  </a:extLst>
                </a:gridCol>
                <a:gridCol w="970769">
                  <a:extLst>
                    <a:ext uri="{9D8B030D-6E8A-4147-A177-3AD203B41FA5}">
                      <a16:colId xmlns:a16="http://schemas.microsoft.com/office/drawing/2014/main" val="3792739026"/>
                    </a:ext>
                  </a:extLst>
                </a:gridCol>
                <a:gridCol w="1068935">
                  <a:extLst>
                    <a:ext uri="{9D8B030D-6E8A-4147-A177-3AD203B41FA5}">
                      <a16:colId xmlns:a16="http://schemas.microsoft.com/office/drawing/2014/main" val="1447800917"/>
                    </a:ext>
                  </a:extLst>
                </a:gridCol>
                <a:gridCol w="916230">
                  <a:extLst>
                    <a:ext uri="{9D8B030D-6E8A-4147-A177-3AD203B41FA5}">
                      <a16:colId xmlns:a16="http://schemas.microsoft.com/office/drawing/2014/main" val="1491645559"/>
                    </a:ext>
                  </a:extLst>
                </a:gridCol>
              </a:tblGrid>
              <a:tr h="580383">
                <a:tc>
                  <a:txBody>
                    <a:bodyPr/>
                    <a:lstStyle/>
                    <a:p>
                      <a:r>
                        <a:rPr lang="en-US" dirty="0"/>
                        <a:t>List of task </a:t>
                      </a:r>
                    </a:p>
                    <a:p>
                      <a:endParaRPr lang="en-US" dirty="0"/>
                    </a:p>
                    <a:p>
                      <a:r>
                        <a:rPr lang="en-US" dirty="0"/>
                        <a:t>                  Member</a:t>
                      </a:r>
                    </a:p>
                  </a:txBody>
                  <a:tcPr>
                    <a:solidFill>
                      <a:srgbClr val="C0504D"/>
                    </a:solidFill>
                  </a:tcPr>
                </a:tc>
                <a:tc>
                  <a:txBody>
                    <a:bodyPr/>
                    <a:lstStyle/>
                    <a:p>
                      <a:pPr algn="ctr"/>
                      <a:endParaRPr lang="en-US" dirty="0"/>
                    </a:p>
                    <a:p>
                      <a:pPr algn="ctr"/>
                      <a:r>
                        <a:rPr lang="en-US" dirty="0"/>
                        <a:t>Mahmoud</a:t>
                      </a:r>
                    </a:p>
                    <a:p>
                      <a:pPr marL="0" marR="0" lvl="0" indent="0" algn="ctr" defTabSz="685613" rtl="0" eaLnBrk="1" fontAlgn="auto" latinLnBrk="0" hangingPunct="1">
                        <a:lnSpc>
                          <a:spcPct val="100000"/>
                        </a:lnSpc>
                        <a:spcBef>
                          <a:spcPts val="0"/>
                        </a:spcBef>
                        <a:spcAft>
                          <a:spcPts val="0"/>
                        </a:spcAft>
                        <a:buClrTx/>
                        <a:buSzTx/>
                        <a:buFontTx/>
                        <a:buNone/>
                        <a:tabLst/>
                        <a:defRPr/>
                      </a:pPr>
                      <a:r>
                        <a:rPr lang="en-US" dirty="0"/>
                        <a:t>Ali </a:t>
                      </a:r>
                    </a:p>
                  </a:txBody>
                  <a:tcPr>
                    <a:solidFill>
                      <a:srgbClr val="C0504D"/>
                    </a:solidFill>
                  </a:tcPr>
                </a:tc>
                <a:tc>
                  <a:txBody>
                    <a:bodyPr/>
                    <a:lstStyle/>
                    <a:p>
                      <a:endParaRPr lang="en-US" dirty="0"/>
                    </a:p>
                    <a:p>
                      <a:pPr algn="ctr"/>
                      <a:r>
                        <a:rPr lang="en-US" dirty="0"/>
                        <a:t>  Mostafa</a:t>
                      </a:r>
                    </a:p>
                  </a:txBody>
                  <a:tcPr>
                    <a:solidFill>
                      <a:srgbClr val="C0504D"/>
                    </a:solidFill>
                  </a:tcPr>
                </a:tc>
                <a:tc>
                  <a:txBody>
                    <a:bodyPr/>
                    <a:lstStyle/>
                    <a:p>
                      <a:endParaRPr lang="en-US" dirty="0"/>
                    </a:p>
                    <a:p>
                      <a:pPr algn="ctr"/>
                      <a:r>
                        <a:rPr lang="en-US" dirty="0"/>
                        <a:t>  Mariam</a:t>
                      </a:r>
                    </a:p>
                  </a:txBody>
                  <a:tcPr>
                    <a:solidFill>
                      <a:srgbClr val="C0504D"/>
                    </a:solidFill>
                  </a:tcPr>
                </a:tc>
                <a:tc>
                  <a:txBody>
                    <a:bodyPr/>
                    <a:lstStyle/>
                    <a:p>
                      <a:endParaRPr lang="en-US" dirty="0"/>
                    </a:p>
                    <a:p>
                      <a:pPr algn="ctr"/>
                      <a:r>
                        <a:rPr lang="en-US" dirty="0"/>
                        <a:t> Mahmoud</a:t>
                      </a:r>
                    </a:p>
                  </a:txBody>
                  <a:tcPr>
                    <a:solidFill>
                      <a:srgbClr val="C0504D"/>
                    </a:solidFill>
                  </a:tcPr>
                </a:tc>
                <a:tc>
                  <a:txBody>
                    <a:bodyPr/>
                    <a:lstStyle/>
                    <a:p>
                      <a:endParaRPr lang="en-US" dirty="0"/>
                    </a:p>
                    <a:p>
                      <a:pPr algn="ctr"/>
                      <a:r>
                        <a:rPr lang="en-US" dirty="0"/>
                        <a:t> Yasmeen</a:t>
                      </a:r>
                    </a:p>
                  </a:txBody>
                  <a:tcPr>
                    <a:solidFill>
                      <a:srgbClr val="C0504D"/>
                    </a:solidFill>
                  </a:tcPr>
                </a:tc>
                <a:extLst>
                  <a:ext uri="{0D108BD9-81ED-4DB2-BD59-A6C34878D82A}">
                    <a16:rowId xmlns:a16="http://schemas.microsoft.com/office/drawing/2014/main" val="625872178"/>
                  </a:ext>
                </a:extLst>
              </a:tr>
              <a:tr h="337415">
                <a:tc>
                  <a:txBody>
                    <a:bodyPr/>
                    <a:lstStyle/>
                    <a:p>
                      <a:r>
                        <a:rPr lang="en-US" b="0" dirty="0"/>
                        <a:t>Permission from shop</a:t>
                      </a:r>
                    </a:p>
                  </a:txBody>
                  <a:tcPr/>
                </a:tc>
                <a:tc>
                  <a:txBody>
                    <a:bodyPr/>
                    <a:lstStyle/>
                    <a:p>
                      <a:pPr algn="ctr"/>
                      <a:r>
                        <a:rPr lang="en-US" b="1" dirty="0"/>
                        <a:t>R</a:t>
                      </a:r>
                    </a:p>
                  </a:txBody>
                  <a:tcPr/>
                </a:tc>
                <a:tc>
                  <a:txBody>
                    <a:bodyPr/>
                    <a:lstStyle/>
                    <a:p>
                      <a:endParaRPr lang="en-US" dirty="0"/>
                    </a:p>
                  </a:txBody>
                  <a:tcPr/>
                </a:tc>
                <a:tc>
                  <a:txBody>
                    <a:bodyPr/>
                    <a:lstStyle/>
                    <a:p>
                      <a:endParaRPr lang="en-US" dirty="0"/>
                    </a:p>
                  </a:txBody>
                  <a:tcPr/>
                </a:tc>
                <a:tc>
                  <a:txBody>
                    <a:bodyPr/>
                    <a:lstStyle/>
                    <a:p>
                      <a:pPr algn="ctr"/>
                      <a:endParaRPr lang="en-US" b="1" dirty="0"/>
                    </a:p>
                  </a:txBody>
                  <a:tcPr/>
                </a:tc>
                <a:tc>
                  <a:txBody>
                    <a:bodyPr/>
                    <a:lstStyle/>
                    <a:p>
                      <a:pPr algn="ctr"/>
                      <a:r>
                        <a:rPr lang="en-US" b="1" dirty="0"/>
                        <a:t>A</a:t>
                      </a:r>
                    </a:p>
                  </a:txBody>
                  <a:tcPr/>
                </a:tc>
                <a:extLst>
                  <a:ext uri="{0D108BD9-81ED-4DB2-BD59-A6C34878D82A}">
                    <a16:rowId xmlns:a16="http://schemas.microsoft.com/office/drawing/2014/main" val="3307373352"/>
                  </a:ext>
                </a:extLst>
              </a:tr>
              <a:tr h="241826">
                <a:tc>
                  <a:txBody>
                    <a:bodyPr/>
                    <a:lstStyle/>
                    <a:p>
                      <a:pPr algn="ctr"/>
                      <a:r>
                        <a:rPr lang="en-US" b="1" dirty="0"/>
                        <a:t>  </a:t>
                      </a:r>
                      <a:r>
                        <a:rPr lang="en-US" b="0" dirty="0"/>
                        <a:t>UI design</a:t>
                      </a:r>
                    </a:p>
                  </a:txBody>
                  <a:tcPr/>
                </a:tc>
                <a:tc>
                  <a:txBody>
                    <a:bodyPr/>
                    <a:lstStyle/>
                    <a:p>
                      <a:pPr algn="l"/>
                      <a:r>
                        <a:rPr lang="en-US" b="1" dirty="0"/>
                        <a:t>          </a:t>
                      </a:r>
                      <a:endParaRPr lang="en-US" b="1" i="0" dirty="0"/>
                    </a:p>
                  </a:txBody>
                  <a:tcPr/>
                </a:tc>
                <a:tc>
                  <a:txBody>
                    <a:bodyPr/>
                    <a:lstStyle/>
                    <a:p>
                      <a:pPr algn="l"/>
                      <a:r>
                        <a:rPr lang="en-US" b="1" dirty="0"/>
                        <a:t>        </a:t>
                      </a:r>
                      <a:endParaRPr lang="en-US" b="1" i="0" dirty="0"/>
                    </a:p>
                  </a:txBody>
                  <a:tcPr/>
                </a:tc>
                <a:tc>
                  <a:txBody>
                    <a:bodyPr/>
                    <a:lstStyle/>
                    <a:p>
                      <a:pPr algn="ctr"/>
                      <a:r>
                        <a:rPr lang="en-US" b="1" dirty="0"/>
                        <a:t>R</a:t>
                      </a:r>
                      <a:endParaRPr lang="en-US" b="1" i="0" dirty="0"/>
                    </a:p>
                  </a:txBody>
                  <a:tcPr/>
                </a:tc>
                <a:tc>
                  <a:txBody>
                    <a:bodyPr/>
                    <a:lstStyle/>
                    <a:p>
                      <a:pPr algn="l"/>
                      <a:r>
                        <a:rPr lang="en-US" b="1" dirty="0"/>
                        <a:t>          </a:t>
                      </a:r>
                      <a:endParaRPr lang="en-US" b="1" i="0" dirty="0"/>
                    </a:p>
                  </a:txBody>
                  <a:tcPr/>
                </a:tc>
                <a:tc>
                  <a:txBody>
                    <a:bodyPr/>
                    <a:lstStyle/>
                    <a:p>
                      <a:pPr algn="l"/>
                      <a:r>
                        <a:rPr lang="en-US" b="1" dirty="0"/>
                        <a:t>        </a:t>
                      </a:r>
                      <a:endParaRPr lang="en-US" b="1" i="0" dirty="0"/>
                    </a:p>
                  </a:txBody>
                  <a:tcPr/>
                </a:tc>
                <a:extLst>
                  <a:ext uri="{0D108BD9-81ED-4DB2-BD59-A6C34878D82A}">
                    <a16:rowId xmlns:a16="http://schemas.microsoft.com/office/drawing/2014/main" val="4278999510"/>
                  </a:ext>
                </a:extLst>
              </a:tr>
              <a:tr h="241826">
                <a:tc>
                  <a:txBody>
                    <a:bodyPr/>
                    <a:lstStyle/>
                    <a:p>
                      <a:pPr algn="ctr"/>
                      <a:r>
                        <a:rPr lang="en-US" b="0" dirty="0"/>
                        <a:t>Android app design</a:t>
                      </a:r>
                    </a:p>
                  </a:txBody>
                  <a:tcPr/>
                </a:tc>
                <a:tc>
                  <a:txBody>
                    <a:bodyPr/>
                    <a:lstStyle/>
                    <a:p>
                      <a:pPr algn="l"/>
                      <a:r>
                        <a:rPr lang="en-US" b="1" dirty="0"/>
                        <a:t>          </a:t>
                      </a:r>
                      <a:endParaRPr lang="en-US" b="1" i="0" dirty="0"/>
                    </a:p>
                  </a:txBody>
                  <a:tcPr/>
                </a:tc>
                <a:tc>
                  <a:txBody>
                    <a:bodyPr/>
                    <a:lstStyle/>
                    <a:p>
                      <a:pPr algn="l"/>
                      <a:r>
                        <a:rPr lang="en-US" b="1" dirty="0"/>
                        <a:t>        R</a:t>
                      </a:r>
                      <a:endParaRPr lang="en-US" b="1" i="0" dirty="0"/>
                    </a:p>
                  </a:txBody>
                  <a:tcPr/>
                </a:tc>
                <a:tc>
                  <a:txBody>
                    <a:bodyPr/>
                    <a:lstStyle/>
                    <a:p>
                      <a:pPr algn="ctr"/>
                      <a:endParaRPr lang="en-US" b="1" i="0" dirty="0"/>
                    </a:p>
                  </a:txBody>
                  <a:tcPr/>
                </a:tc>
                <a:tc>
                  <a:txBody>
                    <a:bodyPr/>
                    <a:lstStyle/>
                    <a:p>
                      <a:pPr algn="l"/>
                      <a:r>
                        <a:rPr lang="en-US" b="1" dirty="0"/>
                        <a:t>          </a:t>
                      </a:r>
                      <a:endParaRPr lang="en-US" b="1" i="0" dirty="0"/>
                    </a:p>
                  </a:txBody>
                  <a:tcPr/>
                </a:tc>
                <a:tc>
                  <a:txBody>
                    <a:bodyPr/>
                    <a:lstStyle/>
                    <a:p>
                      <a:pPr algn="ctr"/>
                      <a:endParaRPr lang="en-US" b="1" i="0" dirty="0"/>
                    </a:p>
                  </a:txBody>
                  <a:tcPr/>
                </a:tc>
                <a:extLst>
                  <a:ext uri="{0D108BD9-81ED-4DB2-BD59-A6C34878D82A}">
                    <a16:rowId xmlns:a16="http://schemas.microsoft.com/office/drawing/2014/main" val="3979424405"/>
                  </a:ext>
                </a:extLst>
              </a:tr>
              <a:tr h="241826">
                <a:tc>
                  <a:txBody>
                    <a:bodyPr/>
                    <a:lstStyle/>
                    <a:p>
                      <a:pPr algn="ctr"/>
                      <a:r>
                        <a:rPr lang="en-US" b="1" dirty="0"/>
                        <a:t> </a:t>
                      </a:r>
                      <a:r>
                        <a:rPr lang="en-US" b="0" dirty="0"/>
                        <a:t>Network processing </a:t>
                      </a:r>
                    </a:p>
                  </a:txBody>
                  <a:tcPr/>
                </a:tc>
                <a:tc>
                  <a:txBody>
                    <a:bodyPr/>
                    <a:lstStyle/>
                    <a:p>
                      <a:pPr algn="l"/>
                      <a:r>
                        <a:rPr lang="en-US" b="1" dirty="0"/>
                        <a:t>          </a:t>
                      </a:r>
                      <a:endParaRPr lang="en-US" b="1" i="0" dirty="0"/>
                    </a:p>
                  </a:txBody>
                  <a:tcPr/>
                </a:tc>
                <a:tc>
                  <a:txBody>
                    <a:bodyPr/>
                    <a:lstStyle/>
                    <a:p>
                      <a:pPr algn="l"/>
                      <a:r>
                        <a:rPr lang="en-US" b="1" dirty="0"/>
                        <a:t>        </a:t>
                      </a:r>
                      <a:endParaRPr lang="en-US" b="1" i="0" dirty="0"/>
                    </a:p>
                  </a:txBody>
                  <a:tcPr/>
                </a:tc>
                <a:tc>
                  <a:txBody>
                    <a:bodyPr/>
                    <a:lstStyle/>
                    <a:p>
                      <a:pPr algn="l"/>
                      <a:r>
                        <a:rPr lang="en-US" b="1" dirty="0"/>
                        <a:t>        </a:t>
                      </a:r>
                      <a:endParaRPr lang="en-US" b="1" i="0" dirty="0"/>
                    </a:p>
                  </a:txBody>
                  <a:tcPr/>
                </a:tc>
                <a:tc>
                  <a:txBody>
                    <a:bodyPr/>
                    <a:lstStyle/>
                    <a:p>
                      <a:pPr algn="l"/>
                      <a:r>
                        <a:rPr lang="en-US" b="1" dirty="0"/>
                        <a:t>          </a:t>
                      </a:r>
                      <a:endParaRPr lang="en-US" b="1" i="0" dirty="0"/>
                    </a:p>
                  </a:txBody>
                  <a:tcPr/>
                </a:tc>
                <a:tc>
                  <a:txBody>
                    <a:bodyPr/>
                    <a:lstStyle/>
                    <a:p>
                      <a:pPr algn="ctr"/>
                      <a:r>
                        <a:rPr lang="en-US" b="1" dirty="0"/>
                        <a:t>R</a:t>
                      </a:r>
                      <a:endParaRPr lang="en-US" b="1" i="0" dirty="0"/>
                    </a:p>
                  </a:txBody>
                  <a:tcPr/>
                </a:tc>
                <a:extLst>
                  <a:ext uri="{0D108BD9-81ED-4DB2-BD59-A6C34878D82A}">
                    <a16:rowId xmlns:a16="http://schemas.microsoft.com/office/drawing/2014/main" val="275178703"/>
                  </a:ext>
                </a:extLst>
              </a:tr>
              <a:tr h="241826">
                <a:tc>
                  <a:txBody>
                    <a:bodyPr/>
                    <a:lstStyle/>
                    <a:p>
                      <a:pPr algn="ctr"/>
                      <a:r>
                        <a:rPr lang="en-US" b="0" dirty="0"/>
                        <a:t> Test </a:t>
                      </a:r>
                    </a:p>
                  </a:txBody>
                  <a:tcPr/>
                </a:tc>
                <a:tc>
                  <a:txBody>
                    <a:bodyPr/>
                    <a:lstStyle/>
                    <a:p>
                      <a:pPr algn="ctr"/>
                      <a:endParaRPr lang="en-US" b="1" i="0" dirty="0"/>
                    </a:p>
                  </a:txBody>
                  <a:tcPr/>
                </a:tc>
                <a:tc>
                  <a:txBody>
                    <a:bodyPr/>
                    <a:lstStyle/>
                    <a:p>
                      <a:pPr algn="l"/>
                      <a:r>
                        <a:rPr lang="en-US" b="1" dirty="0"/>
                        <a:t>        A</a:t>
                      </a:r>
                      <a:endParaRPr lang="en-US" b="1" i="0" dirty="0"/>
                    </a:p>
                  </a:txBody>
                  <a:tcPr/>
                </a:tc>
                <a:tc>
                  <a:txBody>
                    <a:bodyPr/>
                    <a:lstStyle/>
                    <a:p>
                      <a:pPr algn="ctr"/>
                      <a:r>
                        <a:rPr lang="en-US" b="1" dirty="0"/>
                        <a:t>A</a:t>
                      </a:r>
                      <a:endParaRPr lang="en-US" b="1" i="0" dirty="0"/>
                    </a:p>
                  </a:txBody>
                  <a:tcPr/>
                </a:tc>
                <a:tc>
                  <a:txBody>
                    <a:bodyPr/>
                    <a:lstStyle/>
                    <a:p>
                      <a:pPr algn="l"/>
                      <a:r>
                        <a:rPr lang="en-US" b="1" dirty="0"/>
                        <a:t>         R  </a:t>
                      </a:r>
                      <a:endParaRPr lang="en-US" b="1" i="0" dirty="0"/>
                    </a:p>
                  </a:txBody>
                  <a:tcPr/>
                </a:tc>
                <a:tc>
                  <a:txBody>
                    <a:bodyPr/>
                    <a:lstStyle/>
                    <a:p>
                      <a:pPr algn="l"/>
                      <a:r>
                        <a:rPr lang="en-US" b="1" dirty="0"/>
                        <a:t>       </a:t>
                      </a:r>
                      <a:endParaRPr lang="en-US" b="1" i="0" dirty="0"/>
                    </a:p>
                  </a:txBody>
                  <a:tcPr/>
                </a:tc>
                <a:extLst>
                  <a:ext uri="{0D108BD9-81ED-4DB2-BD59-A6C34878D82A}">
                    <a16:rowId xmlns:a16="http://schemas.microsoft.com/office/drawing/2014/main" val="422836376"/>
                  </a:ext>
                </a:extLst>
              </a:tr>
              <a:tr h="260144">
                <a:tc>
                  <a:txBody>
                    <a:bodyPr/>
                    <a:lstStyle/>
                    <a:p>
                      <a:pPr algn="ctr"/>
                      <a:r>
                        <a:rPr lang="en-US" b="0" dirty="0"/>
                        <a:t>Reserve a server in </a:t>
                      </a:r>
                    </a:p>
                    <a:p>
                      <a:pPr algn="ctr"/>
                      <a:r>
                        <a:rPr lang="en-US" b="0" dirty="0"/>
                        <a:t>Google cloud </a:t>
                      </a:r>
                    </a:p>
                  </a:txBody>
                  <a:tcPr/>
                </a:tc>
                <a:tc>
                  <a:txBody>
                    <a:bodyPr/>
                    <a:lstStyle/>
                    <a:p>
                      <a:pPr algn="l"/>
                      <a:endParaRPr lang="en-US" b="1" dirty="0"/>
                    </a:p>
                    <a:p>
                      <a:pPr algn="l"/>
                      <a:r>
                        <a:rPr lang="en-US" b="1" dirty="0"/>
                        <a:t>        </a:t>
                      </a:r>
                      <a:endParaRPr lang="en-US" b="1" i="0" dirty="0"/>
                    </a:p>
                  </a:txBody>
                  <a:tcPr/>
                </a:tc>
                <a:tc>
                  <a:txBody>
                    <a:bodyPr/>
                    <a:lstStyle/>
                    <a:p>
                      <a:pPr algn="l"/>
                      <a:endParaRPr lang="en-US" b="1" dirty="0"/>
                    </a:p>
                    <a:p>
                      <a:pPr algn="l"/>
                      <a:r>
                        <a:rPr lang="en-US" b="1" dirty="0"/>
                        <a:t>        </a:t>
                      </a:r>
                      <a:endParaRPr lang="en-US" b="1" i="0" dirty="0"/>
                    </a:p>
                  </a:txBody>
                  <a:tcPr/>
                </a:tc>
                <a:tc>
                  <a:txBody>
                    <a:bodyPr/>
                    <a:lstStyle/>
                    <a:p>
                      <a:pPr algn="l"/>
                      <a:endParaRPr lang="en-US" b="1" dirty="0"/>
                    </a:p>
                    <a:p>
                      <a:pPr algn="l"/>
                      <a:r>
                        <a:rPr lang="en-US" b="1" dirty="0"/>
                        <a:t>        </a:t>
                      </a:r>
                      <a:endParaRPr lang="en-US" b="1" i="0" dirty="0"/>
                    </a:p>
                  </a:txBody>
                  <a:tcPr/>
                </a:tc>
                <a:tc>
                  <a:txBody>
                    <a:bodyPr/>
                    <a:lstStyle/>
                    <a:p>
                      <a:pPr algn="ctr"/>
                      <a:endParaRPr lang="en-US" b="1" i="0" dirty="0"/>
                    </a:p>
                  </a:txBody>
                  <a:tcPr/>
                </a:tc>
                <a:tc>
                  <a:txBody>
                    <a:bodyPr/>
                    <a:lstStyle/>
                    <a:p>
                      <a:pPr algn="ctr"/>
                      <a:r>
                        <a:rPr lang="en-US" b="1" dirty="0"/>
                        <a:t>R </a:t>
                      </a:r>
                      <a:endParaRPr lang="en-US" b="1" i="0" dirty="0"/>
                    </a:p>
                  </a:txBody>
                  <a:tcPr/>
                </a:tc>
                <a:extLst>
                  <a:ext uri="{0D108BD9-81ED-4DB2-BD59-A6C34878D82A}">
                    <a16:rowId xmlns:a16="http://schemas.microsoft.com/office/drawing/2014/main" val="2839411565"/>
                  </a:ext>
                </a:extLst>
              </a:tr>
              <a:tr h="452956">
                <a:tc>
                  <a:txBody>
                    <a:bodyPr/>
                    <a:lstStyle/>
                    <a:p>
                      <a:pPr algn="ctr"/>
                      <a:r>
                        <a:rPr lang="en-US" b="0" dirty="0"/>
                        <a:t>Gathering information from zone traffic department</a:t>
                      </a:r>
                    </a:p>
                  </a:txBody>
                  <a:tcPr/>
                </a:tc>
                <a:tc>
                  <a:txBody>
                    <a:bodyPr/>
                    <a:lstStyle/>
                    <a:p>
                      <a:pPr algn="ctr"/>
                      <a:endParaRPr lang="en-US" b="1" i="0" dirty="0"/>
                    </a:p>
                    <a:p>
                      <a:pPr algn="ctr"/>
                      <a:r>
                        <a:rPr lang="en-US" b="1" i="0" dirty="0"/>
                        <a:t>R</a:t>
                      </a:r>
                    </a:p>
                  </a:txBody>
                  <a:tcPr/>
                </a:tc>
                <a:tc>
                  <a:txBody>
                    <a:bodyPr/>
                    <a:lstStyle/>
                    <a:p>
                      <a:pPr algn="l"/>
                      <a:endParaRPr lang="en-US" b="1" i="0" dirty="0"/>
                    </a:p>
                  </a:txBody>
                  <a:tcPr/>
                </a:tc>
                <a:tc>
                  <a:txBody>
                    <a:bodyPr/>
                    <a:lstStyle/>
                    <a:p>
                      <a:pPr algn="l"/>
                      <a:endParaRPr lang="en-US" b="1" i="0" dirty="0"/>
                    </a:p>
                  </a:txBody>
                  <a:tcPr/>
                </a:tc>
                <a:tc>
                  <a:txBody>
                    <a:bodyPr/>
                    <a:lstStyle/>
                    <a:p>
                      <a:pPr algn="ctr"/>
                      <a:endParaRPr lang="en-US" b="1" dirty="0"/>
                    </a:p>
                    <a:p>
                      <a:pPr algn="ctr"/>
                      <a:endParaRPr lang="en-US" b="1" i="0" dirty="0"/>
                    </a:p>
                  </a:txBody>
                  <a:tcPr/>
                </a:tc>
                <a:tc>
                  <a:txBody>
                    <a:bodyPr/>
                    <a:lstStyle/>
                    <a:p>
                      <a:pPr algn="l"/>
                      <a:endParaRPr lang="en-US" b="1" i="0" dirty="0"/>
                    </a:p>
                  </a:txBody>
                  <a:tcPr/>
                </a:tc>
                <a:extLst>
                  <a:ext uri="{0D108BD9-81ED-4DB2-BD59-A6C34878D82A}">
                    <a16:rowId xmlns:a16="http://schemas.microsoft.com/office/drawing/2014/main" val="2025303140"/>
                  </a:ext>
                </a:extLst>
              </a:tr>
              <a:tr h="246998">
                <a:tc>
                  <a:txBody>
                    <a:bodyPr/>
                    <a:lstStyle/>
                    <a:p>
                      <a:pPr algn="ctr"/>
                      <a:r>
                        <a:rPr lang="en-US" b="0" dirty="0"/>
                        <a:t>Full test</a:t>
                      </a:r>
                    </a:p>
                  </a:txBody>
                  <a:tcPr/>
                </a:tc>
                <a:tc>
                  <a:txBody>
                    <a:bodyPr/>
                    <a:lstStyle/>
                    <a:p>
                      <a:pPr algn="ctr"/>
                      <a:endParaRPr lang="en-US" b="1" i="0" dirty="0"/>
                    </a:p>
                  </a:txBody>
                  <a:tcPr/>
                </a:tc>
                <a:tc>
                  <a:txBody>
                    <a:bodyPr/>
                    <a:lstStyle/>
                    <a:p>
                      <a:pPr algn="ctr"/>
                      <a:r>
                        <a:rPr lang="en-US" b="1" i="0" dirty="0"/>
                        <a:t>A</a:t>
                      </a:r>
                    </a:p>
                  </a:txBody>
                  <a:tcPr/>
                </a:tc>
                <a:tc>
                  <a:txBody>
                    <a:bodyPr/>
                    <a:lstStyle/>
                    <a:p>
                      <a:pPr algn="l"/>
                      <a:endParaRPr lang="en-US" b="1" i="0" dirty="0"/>
                    </a:p>
                  </a:txBody>
                  <a:tcPr/>
                </a:tc>
                <a:tc>
                  <a:txBody>
                    <a:bodyPr/>
                    <a:lstStyle/>
                    <a:p>
                      <a:pPr algn="ctr"/>
                      <a:r>
                        <a:rPr lang="en-US" b="1" i="0" dirty="0"/>
                        <a:t>R</a:t>
                      </a:r>
                    </a:p>
                  </a:txBody>
                  <a:tcPr/>
                </a:tc>
                <a:tc>
                  <a:txBody>
                    <a:bodyPr/>
                    <a:lstStyle/>
                    <a:p>
                      <a:pPr algn="l"/>
                      <a:endParaRPr lang="en-US" b="1" i="0" dirty="0"/>
                    </a:p>
                  </a:txBody>
                  <a:tcPr/>
                </a:tc>
                <a:extLst>
                  <a:ext uri="{0D108BD9-81ED-4DB2-BD59-A6C34878D82A}">
                    <a16:rowId xmlns:a16="http://schemas.microsoft.com/office/drawing/2014/main" val="1159188649"/>
                  </a:ext>
                </a:extLst>
              </a:tr>
            </a:tbl>
          </a:graphicData>
        </a:graphic>
      </p:graphicFrame>
      <p:cxnSp>
        <p:nvCxnSpPr>
          <p:cNvPr id="26" name="Connector: Elbow 25">
            <a:extLst>
              <a:ext uri="{FF2B5EF4-FFF2-40B4-BE49-F238E27FC236}">
                <a16:creationId xmlns:a16="http://schemas.microsoft.com/office/drawing/2014/main" id="{18CBB585-9DAC-48D0-A274-85B847786613}"/>
              </a:ext>
            </a:extLst>
          </p:cNvPr>
          <p:cNvCxnSpPr>
            <a:cxnSpLocks/>
          </p:cNvCxnSpPr>
          <p:nvPr/>
        </p:nvCxnSpPr>
        <p:spPr>
          <a:xfrm rot="5400000">
            <a:off x="601670" y="747212"/>
            <a:ext cx="610821" cy="610821"/>
          </a:xfrm>
          <a:prstGeom prst="bentConnector3">
            <a:avLst/>
          </a:prstGeom>
          <a:ln>
            <a:solidFill>
              <a:schemeClr val="bg1"/>
            </a:solidFill>
            <a:headEnd type="none" w="med" len="med"/>
            <a:tailEnd type="none"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34130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516AE34-656F-4C60-9774-BADC6D32C363}"/>
              </a:ext>
            </a:extLst>
          </p:cNvPr>
          <p:cNvSpPr/>
          <p:nvPr/>
        </p:nvSpPr>
        <p:spPr>
          <a:xfrm>
            <a:off x="3714307" y="1481470"/>
            <a:ext cx="992372" cy="60251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B25ABD4D-82F5-4C5D-BFE8-D50886EA73CE}"/>
              </a:ext>
            </a:extLst>
          </p:cNvPr>
          <p:cNvSpPr/>
          <p:nvPr/>
        </p:nvSpPr>
        <p:spPr>
          <a:xfrm>
            <a:off x="3799367" y="1268819"/>
            <a:ext cx="1212112" cy="715925"/>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7D6CCD7D-C8BD-4226-B170-D70AA735D71A}"/>
              </a:ext>
            </a:extLst>
          </p:cNvPr>
          <p:cNvSpPr txBox="1"/>
          <p:nvPr/>
        </p:nvSpPr>
        <p:spPr>
          <a:xfrm>
            <a:off x="375683" y="2083981"/>
            <a:ext cx="8392633" cy="2308324"/>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504D"/>
                </a:solidFill>
                <a:effectLst>
                  <a:outerShdw blurRad="38100" dist="38100" dir="2700000" algn="tl">
                    <a:srgbClr val="000000">
                      <a:alpha val="43137"/>
                    </a:srgbClr>
                  </a:outerShdw>
                </a:effectLst>
                <a:uLnTx/>
                <a:uFillTx/>
                <a:latin typeface="Calibri"/>
                <a:ea typeface="+mn-ea"/>
                <a:cs typeface="+mn-cs"/>
              </a:rPr>
              <a:t>Id</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libri"/>
                <a:ea typeface="+mn-ea"/>
                <a:cs typeface="+mn-cs"/>
              </a:rPr>
              <a:t> </a:t>
            </a:r>
            <a:r>
              <a:rPr kumimoji="0" lang="en-US" sz="1600" b="0" i="0" u="none" strike="noStrike" kern="1200" cap="none" spc="0" normalizeH="0" baseline="0" noProof="0" dirty="0">
                <a:ln>
                  <a:noFill/>
                </a:ln>
                <a:solidFill>
                  <a:srgbClr val="C00000"/>
                </a:solidFill>
                <a:effectLst/>
                <a:uLnTx/>
                <a:uFillTx/>
                <a:latin typeface="Calibri"/>
                <a:ea typeface="+mn-ea"/>
                <a:cs typeface="+mn-cs"/>
              </a:rPr>
              <a:t>          </a:t>
            </a:r>
            <a:r>
              <a:rPr kumimoji="0" lang="en-US" sz="1600" b="0" i="0" u="none" strike="noStrike" kern="1200" cap="none" spc="0" normalizeH="0" baseline="0" noProof="0" dirty="0">
                <a:ln>
                  <a:noFill/>
                </a:ln>
                <a:solidFill>
                  <a:prstClr val="white"/>
                </a:solidFill>
                <a:effectLst/>
                <a:uLnTx/>
                <a:uFillTx/>
                <a:latin typeface="Calibri"/>
                <a:ea typeface="+mn-ea"/>
                <a:cs typeface="+mn-cs"/>
              </a:rPr>
              <a:t>description </a:t>
            </a:r>
            <a:r>
              <a:rPr kumimoji="0" lang="en-US" sz="1600" b="0" i="0" u="none" strike="noStrike" kern="1200" cap="none" spc="0" normalizeH="0" baseline="0" noProof="0" dirty="0">
                <a:ln>
                  <a:noFill/>
                </a:ln>
                <a:solidFill>
                  <a:srgbClr val="C00000"/>
                </a:solidFill>
                <a:effectLst/>
                <a:uLnTx/>
                <a:uFillTx/>
                <a:latin typeface="Calibri"/>
                <a:ea typeface="+mn-ea"/>
                <a:cs typeface="+mn-cs"/>
              </a:rPr>
              <a:t>		                          </a:t>
            </a:r>
            <a:r>
              <a:rPr lang="en-US" sz="1600" b="1" dirty="0">
                <a:solidFill>
                  <a:srgbClr val="C0504D"/>
                </a:solidFill>
                <a:latin typeface="Calibri"/>
              </a:rPr>
              <a:t>P</a:t>
            </a:r>
            <a:r>
              <a:rPr kumimoji="0" lang="en-US" sz="1600" b="1" i="0" u="none" strike="noStrike" kern="1200" cap="none" spc="0" normalizeH="0" baseline="0" noProof="0" dirty="0">
                <a:ln>
                  <a:noFill/>
                </a:ln>
                <a:solidFill>
                  <a:srgbClr val="C0504D"/>
                </a:solidFill>
                <a:effectLst/>
                <a:uLnTx/>
                <a:uFillTx/>
                <a:latin typeface="Calibri"/>
                <a:ea typeface="+mn-ea"/>
                <a:cs typeface="+mn-cs"/>
              </a:rPr>
              <a:t>receding activity</a:t>
            </a:r>
            <a:r>
              <a:rPr kumimoji="0" lang="en-US" sz="1600" b="0" i="0" u="none" strike="noStrike" kern="1200" cap="none" spc="0" normalizeH="0" baseline="0" noProof="0" dirty="0">
                <a:ln>
                  <a:noFill/>
                </a:ln>
                <a:solidFill>
                  <a:srgbClr val="C00000"/>
                </a:solidFill>
                <a:effectLst/>
                <a:uLnTx/>
                <a:uFillTx/>
                <a:latin typeface="Calibri"/>
                <a:ea typeface="+mn-ea"/>
                <a:cs typeface="+mn-cs"/>
              </a:rPr>
              <a:t>	                   </a:t>
            </a:r>
            <a:r>
              <a:rPr kumimoji="0" lang="en-US" sz="1600" b="1" i="0" u="none" strike="noStrike" kern="1200" cap="none" spc="0" normalizeH="0" baseline="0" noProof="0" dirty="0">
                <a:ln>
                  <a:noFill/>
                </a:ln>
                <a:solidFill>
                  <a:srgbClr val="C0504D"/>
                </a:solidFill>
                <a:effectLst/>
                <a:uLnTx/>
                <a:uFillTx/>
                <a:latin typeface="Calibri"/>
                <a:ea typeface="+mn-ea"/>
                <a:cs typeface="+mn-cs"/>
              </a:rPr>
              <a:t>duration </a:t>
            </a:r>
          </a:p>
          <a:p>
            <a:pPr defTabSz="914400">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A</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lang="en-US" sz="1600" b="0" dirty="0">
                <a:solidFill>
                  <a:schemeClr val="bg1"/>
                </a:solidFill>
              </a:rPr>
              <a:t>Permission from shop owners</a:t>
            </a:r>
            <a:r>
              <a:rPr kumimoji="0" lang="en-US" sz="1600" b="0" i="0" u="none" strike="noStrike" kern="1200" cap="none" spc="0" normalizeH="0" baseline="0" noProof="0" dirty="0">
                <a:ln>
                  <a:noFill/>
                </a:ln>
                <a:solidFill>
                  <a:prstClr val="white"/>
                </a:solidFill>
                <a:effectLst/>
                <a:uLnTx/>
                <a:uFillTx/>
                <a:latin typeface="Calibri"/>
                <a:ea typeface="+mn-ea"/>
                <a:cs typeface="+mn-cs"/>
              </a:rPr>
              <a:t>	                      none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B</a:t>
            </a:r>
            <a:r>
              <a:rPr kumimoji="0" lang="en-US" sz="1600" b="0" i="0" u="none" strike="noStrike" kern="1200" cap="none" spc="0" normalizeH="0" baseline="0" noProof="0" dirty="0">
                <a:ln>
                  <a:noFill/>
                </a:ln>
                <a:solidFill>
                  <a:prstClr val="white"/>
                </a:solidFill>
                <a:effectLst/>
                <a:uLnTx/>
                <a:uFillTx/>
                <a:latin typeface="Calibri"/>
                <a:ea typeface="+mn-ea"/>
                <a:cs typeface="+mn-cs"/>
              </a:rPr>
              <a:t>            UI design                                                                          A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C</a:t>
            </a:r>
            <a:r>
              <a:rPr kumimoji="0" lang="en-US" sz="1600" b="0" i="0" u="none" strike="noStrike" kern="1200" cap="none" spc="0" normalizeH="0" baseline="0" noProof="0" dirty="0">
                <a:ln>
                  <a:noFill/>
                </a:ln>
                <a:solidFill>
                  <a:prstClr val="white"/>
                </a:solidFill>
                <a:effectLst/>
                <a:uLnTx/>
                <a:uFillTx/>
                <a:latin typeface="Calibri"/>
                <a:ea typeface="+mn-ea"/>
                <a:cs typeface="+mn-cs"/>
              </a:rPr>
              <a:t>            Android app design                                                        </a:t>
            </a:r>
            <a:r>
              <a:rPr lang="en-US" sz="1600" dirty="0">
                <a:solidFill>
                  <a:prstClr val="white"/>
                </a:solidFill>
                <a:latin typeface="Calibri"/>
              </a:rPr>
              <a:t>A</a:t>
            </a:r>
            <a:r>
              <a:rPr kumimoji="0" lang="en-US" sz="1600" b="0" i="0" u="none" strike="noStrike" kern="1200" cap="none" spc="0" normalizeH="0" baseline="0" noProof="0" dirty="0">
                <a:ln>
                  <a:noFill/>
                </a:ln>
                <a:solidFill>
                  <a:prstClr val="white"/>
                </a:solidFill>
                <a:effectLst/>
                <a:uLnTx/>
                <a:uFillTx/>
                <a:latin typeface="Calibri"/>
                <a:ea typeface="+mn-ea"/>
                <a:cs typeface="+mn-cs"/>
              </a:rPr>
              <a:t>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D</a:t>
            </a:r>
            <a:r>
              <a:rPr kumimoji="0" lang="en-US" sz="1600" b="1"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a:ln>
                  <a:noFill/>
                </a:ln>
                <a:solidFill>
                  <a:prstClr val="white"/>
                </a:solidFill>
                <a:effectLst/>
                <a:uLnTx/>
                <a:uFillTx/>
                <a:latin typeface="Calibri"/>
                <a:ea typeface="+mn-ea"/>
                <a:cs typeface="+mn-cs"/>
              </a:rPr>
              <a:t>          Network processing                          	                          A		2</a:t>
            </a:r>
          </a:p>
          <a:p>
            <a:pPr defTabSz="914400">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E  </a:t>
            </a:r>
            <a:r>
              <a:rPr kumimoji="0" lang="en-US" sz="1600" b="0" i="0" u="none" strike="noStrike" kern="1200" cap="none" spc="0" normalizeH="0" baseline="0" noProof="0" dirty="0">
                <a:ln>
                  <a:noFill/>
                </a:ln>
                <a:solidFill>
                  <a:prstClr val="white"/>
                </a:solidFill>
                <a:effectLst/>
                <a:uLnTx/>
                <a:uFillTx/>
                <a:latin typeface="Calibri"/>
                <a:ea typeface="+mn-ea"/>
                <a:cs typeface="+mn-cs"/>
              </a:rPr>
              <a:t>          Reserve a server in google cloud                        	      A		1  </a:t>
            </a:r>
          </a:p>
          <a:p>
            <a:pPr defTabSz="914400">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F </a:t>
            </a:r>
            <a:r>
              <a:rPr kumimoji="0" lang="en-US" sz="1600" b="0" i="0" u="none" strike="noStrike" kern="1200" cap="none" spc="0" normalizeH="0" baseline="0" noProof="0" dirty="0">
                <a:ln>
                  <a:noFill/>
                </a:ln>
                <a:solidFill>
                  <a:prstClr val="white"/>
                </a:solidFill>
                <a:effectLst/>
                <a:uLnTx/>
                <a:uFillTx/>
                <a:latin typeface="Calibri"/>
                <a:ea typeface="+mn-ea"/>
                <a:cs typeface="+mn-cs"/>
              </a:rPr>
              <a:t>           gathering information		                          A		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G</a:t>
            </a:r>
            <a:r>
              <a:rPr kumimoji="0" lang="en-US" sz="1600" b="0" i="0" u="none" strike="noStrike" kern="1200" cap="none" spc="0" normalizeH="0" baseline="0" noProof="0" dirty="0">
                <a:ln>
                  <a:noFill/>
                </a:ln>
                <a:solidFill>
                  <a:prstClr val="white"/>
                </a:solidFill>
                <a:effectLst/>
                <a:uLnTx/>
                <a:uFillTx/>
                <a:latin typeface="Calibri"/>
                <a:ea typeface="+mn-ea"/>
                <a:cs typeface="+mn-cs"/>
              </a:rPr>
              <a:t>            Test                                                                                </a:t>
            </a:r>
            <a:r>
              <a:rPr lang="en-US" sz="1600" dirty="0">
                <a:solidFill>
                  <a:prstClr val="white"/>
                </a:solidFill>
                <a:latin typeface="Calibri"/>
              </a:rPr>
              <a:t>B,C,D</a:t>
            </a:r>
            <a:r>
              <a:rPr kumimoji="0" lang="en-US" sz="1600" b="0" i="0" u="none" strike="noStrike" kern="1200" cap="none" spc="0" normalizeH="0" baseline="0" noProof="0" dirty="0">
                <a:ln>
                  <a:noFill/>
                </a:ln>
                <a:solidFill>
                  <a:prstClr val="white"/>
                </a:solidFill>
                <a:effectLst/>
                <a:uLnTx/>
                <a:uFillTx/>
                <a:latin typeface="Calibri"/>
                <a:ea typeface="+mn-ea"/>
                <a:cs typeface="+mn-cs"/>
              </a:rPr>
              <a:t>		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H            </a:t>
            </a:r>
            <a:r>
              <a:rPr lang="en-US" sz="1600" dirty="0">
                <a:solidFill>
                  <a:prstClr val="white"/>
                </a:solidFill>
                <a:latin typeface="Calibri"/>
              </a:rPr>
              <a:t>Integration                                                                      E,F                             2</a:t>
            </a:r>
            <a:endParaRPr kumimoji="0" lang="en-US" sz="1600" i="0" u="none" strike="noStrike" kern="1200" cap="none" spc="0" normalizeH="0" baseline="0" noProof="0" dirty="0">
              <a:ln>
                <a:noFill/>
              </a:ln>
              <a:solidFill>
                <a:prstClr val="white"/>
              </a:solidFill>
              <a:effectLst/>
              <a:uLnTx/>
              <a:uFillTx/>
              <a:latin typeface="Calibri"/>
              <a:ea typeface="+mn-ea"/>
              <a:cs typeface="+mn-cs"/>
            </a:endParaRPr>
          </a:p>
        </p:txBody>
      </p:sp>
      <p:sp>
        <p:nvSpPr>
          <p:cNvPr id="29" name="Title 1">
            <a:extLst>
              <a:ext uri="{FF2B5EF4-FFF2-40B4-BE49-F238E27FC236}">
                <a16:creationId xmlns:a16="http://schemas.microsoft.com/office/drawing/2014/main" id="{3C623B49-63D2-48A0-971F-0A14B70BC3CA}"/>
              </a:ext>
            </a:extLst>
          </p:cNvPr>
          <p:cNvSpPr txBox="1">
            <a:spLocks/>
          </p:cNvSpPr>
          <p:nvPr/>
        </p:nvSpPr>
        <p:spPr>
          <a:xfrm>
            <a:off x="375683" y="1332615"/>
            <a:ext cx="4529470" cy="467832"/>
          </a:xfrm>
          <a:prstGeom prst="rect">
            <a:avLst/>
          </a:prstGeom>
        </p:spPr>
        <p:txBody>
          <a:bodyPr vert="horz" lIns="91440" tIns="45720" rIns="91440" bIns="45720" rtlCol="0" anchor="ctr">
            <a:normAutofit fontScale="77500" lnSpcReduction="20000"/>
          </a:bodyPr>
          <a:lstStyle>
            <a:lvl1pPr algn="r" defTabSz="914400" rtl="0" eaLnBrk="1" latinLnBrk="0" hangingPunct="1">
              <a:spcBef>
                <a:spcPct val="0"/>
              </a:spcBef>
              <a:buNone/>
              <a:defRPr sz="3600" kern="1200" baseline="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strike="noStrike" kern="1200" cap="none" spc="0" normalizeH="0" baseline="0" noProof="0" dirty="0">
                <a:ln>
                  <a:noFill/>
                </a:ln>
                <a:solidFill>
                  <a:srgbClr val="C0504D"/>
                </a:solidFill>
                <a:effectLst>
                  <a:outerShdw blurRad="50800" dist="38100" dir="2700000" algn="tl" rotWithShape="0">
                    <a:prstClr val="black">
                      <a:alpha val="40000"/>
                    </a:prstClr>
                  </a:outerShdw>
                </a:effectLst>
                <a:uLnTx/>
                <a:uFillTx/>
                <a:latin typeface="Times New Roman" panose="02020603050405020304" pitchFamily="18" charset="0"/>
                <a:cs typeface="Times New Roman" panose="02020603050405020304" pitchFamily="18" charset="0"/>
              </a:rPr>
              <a:t>Project network</a:t>
            </a:r>
          </a:p>
        </p:txBody>
      </p:sp>
    </p:spTree>
    <p:extLst>
      <p:ext uri="{BB962C8B-B14F-4D97-AF65-F5344CB8AC3E}">
        <p14:creationId xmlns:p14="http://schemas.microsoft.com/office/powerpoint/2010/main" val="1738151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1F2207-2A2A-48F4-913D-B4B22DE11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9144001" cy="5143500"/>
          </a:xfrm>
          <a:prstGeom prst="rect">
            <a:avLst/>
          </a:prstGeom>
          <a:solidFill>
            <a:srgbClr val="C00000"/>
          </a:solidFill>
        </p:spPr>
      </p:pic>
      <p:graphicFrame>
        <p:nvGraphicFramePr>
          <p:cNvPr id="24" name="Table 23">
            <a:extLst>
              <a:ext uri="{FF2B5EF4-FFF2-40B4-BE49-F238E27FC236}">
                <a16:creationId xmlns:a16="http://schemas.microsoft.com/office/drawing/2014/main" id="{A7C10ABF-F2B3-4893-99C7-B7B819C6139E}"/>
              </a:ext>
            </a:extLst>
          </p:cNvPr>
          <p:cNvGraphicFramePr>
            <a:graphicFrameLocks noGrp="1"/>
          </p:cNvGraphicFramePr>
          <p:nvPr>
            <p:extLst>
              <p:ext uri="{D42A27DB-BD31-4B8C-83A1-F6EECF244321}">
                <p14:modId xmlns:p14="http://schemas.microsoft.com/office/powerpoint/2010/main" val="4181866633"/>
              </p:ext>
            </p:extLst>
          </p:nvPr>
        </p:nvGraphicFramePr>
        <p:xfrm>
          <a:off x="448965" y="1967174"/>
          <a:ext cx="1419407" cy="991228"/>
        </p:xfrm>
        <a:graphic>
          <a:graphicData uri="http://schemas.openxmlformats.org/drawingml/2006/table">
            <a:tbl>
              <a:tblPr rtl="1" firstRow="1" bandRow="1">
                <a:tableStyleId>{21E4AEA4-8DFA-4A89-87EB-49C32662AFE0}</a:tableStyleId>
              </a:tblPr>
              <a:tblGrid>
                <a:gridCol w="259300">
                  <a:extLst>
                    <a:ext uri="{9D8B030D-6E8A-4147-A177-3AD203B41FA5}">
                      <a16:colId xmlns:a16="http://schemas.microsoft.com/office/drawing/2014/main" val="20000"/>
                    </a:ext>
                  </a:extLst>
                </a:gridCol>
                <a:gridCol w="846331">
                  <a:extLst>
                    <a:ext uri="{9D8B030D-6E8A-4147-A177-3AD203B41FA5}">
                      <a16:colId xmlns:a16="http://schemas.microsoft.com/office/drawing/2014/main" val="20001"/>
                    </a:ext>
                  </a:extLst>
                </a:gridCol>
                <a:gridCol w="313776">
                  <a:extLst>
                    <a:ext uri="{9D8B030D-6E8A-4147-A177-3AD203B41FA5}">
                      <a16:colId xmlns:a16="http://schemas.microsoft.com/office/drawing/2014/main" val="20002"/>
                    </a:ext>
                  </a:extLst>
                </a:gridCol>
              </a:tblGrid>
              <a:tr h="255584">
                <a:tc>
                  <a:txBody>
                    <a:bodyPr/>
                    <a:lstStyle/>
                    <a:p>
                      <a:pPr algn="ctr" rtl="1"/>
                      <a:r>
                        <a:rPr lang="en-US" sz="900" dirty="0"/>
                        <a:t>5</a:t>
                      </a:r>
                      <a:endParaRPr lang="ar-EG" sz="900" dirty="0"/>
                    </a:p>
                  </a:txBody>
                  <a:tcPr marL="82296" marR="82296" marT="34290" marB="34290"/>
                </a:tc>
                <a:tc>
                  <a:txBody>
                    <a:bodyPr/>
                    <a:lstStyle/>
                    <a:p>
                      <a:pPr algn="ctr" rtl="1"/>
                      <a:r>
                        <a:rPr lang="en-US" sz="900" dirty="0"/>
                        <a:t>A</a:t>
                      </a:r>
                      <a:endParaRPr lang="ar-EG" sz="900" dirty="0"/>
                    </a:p>
                  </a:txBody>
                  <a:tcPr marL="82296" marR="82296" marT="34290" marB="34290"/>
                </a:tc>
                <a:tc>
                  <a:txBody>
                    <a:bodyPr/>
                    <a:lstStyle/>
                    <a:p>
                      <a:pPr algn="ctr" rtl="1"/>
                      <a:r>
                        <a:rPr lang="en-US" sz="900" dirty="0"/>
                        <a:t>0</a:t>
                      </a:r>
                      <a:endParaRPr lang="ar-EG" sz="900" dirty="0"/>
                    </a:p>
                  </a:txBody>
                  <a:tcPr marL="82296" marR="82296" marT="34290" marB="34290"/>
                </a:tc>
                <a:extLst>
                  <a:ext uri="{0D108BD9-81ED-4DB2-BD59-A6C34878D82A}">
                    <a16:rowId xmlns:a16="http://schemas.microsoft.com/office/drawing/2014/main" val="10000"/>
                  </a:ext>
                </a:extLst>
              </a:tr>
              <a:tr h="405460">
                <a:tc>
                  <a:txBody>
                    <a:bodyPr/>
                    <a:lstStyle/>
                    <a:p>
                      <a:pPr algn="ctr" rtl="1"/>
                      <a:endParaRPr lang="ar-EG" sz="900" dirty="0"/>
                    </a:p>
                  </a:txBody>
                  <a:tcPr marL="82296" marR="82296" marT="34290" marB="34290"/>
                </a:tc>
                <a:tc>
                  <a:txBody>
                    <a:bodyPr/>
                    <a:lstStyle/>
                    <a:p>
                      <a:pPr algn="ctr" rtl="1"/>
                      <a:r>
                        <a:rPr lang="en-US" sz="900" b="0" dirty="0"/>
                        <a:t>Permission from shop </a:t>
                      </a:r>
                      <a:endParaRPr lang="ar-EG" sz="900" b="0" dirty="0"/>
                    </a:p>
                  </a:txBody>
                  <a:tcPr marL="82296" marR="82296" marT="34290" marB="34290"/>
                </a:tc>
                <a:tc>
                  <a:txBody>
                    <a:bodyPr/>
                    <a:lstStyle/>
                    <a:p>
                      <a:pPr algn="ctr" rtl="1"/>
                      <a:endParaRPr lang="en-US" sz="900" dirty="0"/>
                    </a:p>
                    <a:p>
                      <a:pPr algn="ctr" rtl="1"/>
                      <a:r>
                        <a:rPr lang="en-US" sz="900" dirty="0"/>
                        <a:t>0</a:t>
                      </a:r>
                    </a:p>
                    <a:p>
                      <a:pPr algn="ctr" rtl="1"/>
                      <a:endParaRPr lang="ar-EG" sz="900" dirty="0"/>
                    </a:p>
                  </a:txBody>
                  <a:tcPr marL="82296" marR="82296" marT="34290" marB="34290"/>
                </a:tc>
                <a:extLst>
                  <a:ext uri="{0D108BD9-81ED-4DB2-BD59-A6C34878D82A}">
                    <a16:rowId xmlns:a16="http://schemas.microsoft.com/office/drawing/2014/main" val="10001"/>
                  </a:ext>
                </a:extLst>
              </a:tr>
              <a:tr h="255584">
                <a:tc>
                  <a:txBody>
                    <a:bodyPr/>
                    <a:lstStyle/>
                    <a:p>
                      <a:pPr algn="ctr" rtl="1"/>
                      <a:r>
                        <a:rPr lang="en-US" sz="900" dirty="0"/>
                        <a:t>5</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tc>
                  <a:txBody>
                    <a:bodyPr/>
                    <a:lstStyle/>
                    <a:p>
                      <a:pPr algn="ctr" rtl="1"/>
                      <a:r>
                        <a:rPr lang="en-US" sz="900" dirty="0"/>
                        <a:t>0</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28" name="Table 27">
            <a:extLst>
              <a:ext uri="{FF2B5EF4-FFF2-40B4-BE49-F238E27FC236}">
                <a16:creationId xmlns:a16="http://schemas.microsoft.com/office/drawing/2014/main" id="{DB80AB05-7FE8-4E63-B383-8E7F5CB8429F}"/>
              </a:ext>
            </a:extLst>
          </p:cNvPr>
          <p:cNvGraphicFramePr>
            <a:graphicFrameLocks noGrp="1"/>
          </p:cNvGraphicFramePr>
          <p:nvPr>
            <p:extLst>
              <p:ext uri="{D42A27DB-BD31-4B8C-83A1-F6EECF244321}">
                <p14:modId xmlns:p14="http://schemas.microsoft.com/office/powerpoint/2010/main" val="513135504"/>
              </p:ext>
            </p:extLst>
          </p:nvPr>
        </p:nvGraphicFramePr>
        <p:xfrm>
          <a:off x="2883248" y="2109983"/>
          <a:ext cx="1419407" cy="848419"/>
        </p:xfrm>
        <a:graphic>
          <a:graphicData uri="http://schemas.openxmlformats.org/drawingml/2006/table">
            <a:tbl>
              <a:tblPr rtl="1" firstRow="1" bandRow="1">
                <a:tableStyleId>{21E4AEA4-8DFA-4A89-87EB-49C32662AFE0}</a:tableStyleId>
              </a:tblPr>
              <a:tblGrid>
                <a:gridCol w="325153">
                  <a:extLst>
                    <a:ext uri="{9D8B030D-6E8A-4147-A177-3AD203B41FA5}">
                      <a16:colId xmlns:a16="http://schemas.microsoft.com/office/drawing/2014/main" val="20000"/>
                    </a:ext>
                  </a:extLst>
                </a:gridCol>
                <a:gridCol w="767693">
                  <a:extLst>
                    <a:ext uri="{9D8B030D-6E8A-4147-A177-3AD203B41FA5}">
                      <a16:colId xmlns:a16="http://schemas.microsoft.com/office/drawing/2014/main" val="20001"/>
                    </a:ext>
                  </a:extLst>
                </a:gridCol>
                <a:gridCol w="326561">
                  <a:extLst>
                    <a:ext uri="{9D8B030D-6E8A-4147-A177-3AD203B41FA5}">
                      <a16:colId xmlns:a16="http://schemas.microsoft.com/office/drawing/2014/main" val="20002"/>
                    </a:ext>
                  </a:extLst>
                </a:gridCol>
              </a:tblGrid>
              <a:tr h="247089">
                <a:tc>
                  <a:txBody>
                    <a:bodyPr/>
                    <a:lstStyle/>
                    <a:p>
                      <a:pPr algn="ctr" rtl="1"/>
                      <a:r>
                        <a:rPr lang="en-US" sz="900" dirty="0"/>
                        <a:t>7</a:t>
                      </a:r>
                      <a:endParaRPr lang="ar-EG" sz="900" dirty="0"/>
                    </a:p>
                  </a:txBody>
                  <a:tcPr marL="82296" marR="82296" marT="34290" marB="34290"/>
                </a:tc>
                <a:tc>
                  <a:txBody>
                    <a:bodyPr/>
                    <a:lstStyle/>
                    <a:p>
                      <a:pPr algn="ctr" rtl="1"/>
                      <a:r>
                        <a:rPr lang="en-US" sz="900" dirty="0"/>
                        <a:t>D</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0"/>
                  </a:ext>
                </a:extLst>
              </a:tr>
              <a:tr h="354241">
                <a:tc>
                  <a:txBody>
                    <a:bodyPr/>
                    <a:lstStyle/>
                    <a:p>
                      <a:pPr algn="ctr" rtl="1"/>
                      <a:endParaRPr lang="ar-EG" sz="900" dirty="0"/>
                    </a:p>
                  </a:txBody>
                  <a:tcPr marL="82296" marR="82296" marT="34290" marB="34290"/>
                </a:tc>
                <a:tc>
                  <a:txBody>
                    <a:bodyPr/>
                    <a:lstStyle/>
                    <a:p>
                      <a:pPr algn="ctr" rtl="1"/>
                      <a:r>
                        <a:rPr lang="en-US" sz="900" b="0" dirty="0"/>
                        <a:t>Network processing</a:t>
                      </a:r>
                      <a:endParaRPr lang="ar-EG" sz="900" b="0" dirty="0"/>
                    </a:p>
                  </a:txBody>
                  <a:tcPr marL="82296" marR="82296" marT="34290" marB="34290"/>
                </a:tc>
                <a:tc>
                  <a:txBody>
                    <a:bodyPr/>
                    <a:lstStyle/>
                    <a:p>
                      <a:pPr algn="ctr" rtl="1"/>
                      <a:r>
                        <a:rPr lang="en-US" sz="900" dirty="0"/>
                        <a:t>1</a:t>
                      </a:r>
                      <a:endParaRPr lang="ar-EG" sz="900" dirty="0"/>
                    </a:p>
                  </a:txBody>
                  <a:tcPr marL="82296" marR="82296" marT="34290" marB="34290"/>
                </a:tc>
                <a:extLst>
                  <a:ext uri="{0D108BD9-81ED-4DB2-BD59-A6C34878D82A}">
                    <a16:rowId xmlns:a16="http://schemas.microsoft.com/office/drawing/2014/main" val="10001"/>
                  </a:ext>
                </a:extLst>
              </a:tr>
              <a:tr h="247089">
                <a:tc>
                  <a:txBody>
                    <a:bodyPr/>
                    <a:lstStyle/>
                    <a:p>
                      <a:pPr algn="ctr" rtl="1"/>
                      <a:r>
                        <a:rPr lang="en-US" sz="900" dirty="0"/>
                        <a:t>8</a:t>
                      </a:r>
                      <a:endParaRPr lang="ar-EG" sz="900" dirty="0"/>
                    </a:p>
                  </a:txBody>
                  <a:tcPr marL="82296" marR="82296" marT="34290" marB="34290"/>
                </a:tc>
                <a:tc>
                  <a:txBody>
                    <a:bodyPr/>
                    <a:lstStyle/>
                    <a:p>
                      <a:pPr algn="ctr" rtl="1"/>
                      <a:r>
                        <a:rPr lang="en-US" sz="900" dirty="0"/>
                        <a:t>2</a:t>
                      </a:r>
                      <a:endParaRPr lang="ar-EG" sz="900" dirty="0"/>
                    </a:p>
                  </a:txBody>
                  <a:tcPr marL="82296" marR="82296" marT="34290" marB="34290"/>
                </a:tc>
                <a:tc>
                  <a:txBody>
                    <a:bodyPr/>
                    <a:lstStyle/>
                    <a:p>
                      <a:pPr algn="ctr" rtl="1"/>
                      <a:r>
                        <a:rPr lang="en-US" sz="900" dirty="0"/>
                        <a:t>6</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0" name="Table 29">
            <a:extLst>
              <a:ext uri="{FF2B5EF4-FFF2-40B4-BE49-F238E27FC236}">
                <a16:creationId xmlns:a16="http://schemas.microsoft.com/office/drawing/2014/main" id="{6B870093-FC71-4F43-A658-31E502AE8D14}"/>
              </a:ext>
            </a:extLst>
          </p:cNvPr>
          <p:cNvGraphicFramePr>
            <a:graphicFrameLocks noGrp="1"/>
          </p:cNvGraphicFramePr>
          <p:nvPr>
            <p:extLst>
              <p:ext uri="{D42A27DB-BD31-4B8C-83A1-F6EECF244321}">
                <p14:modId xmlns:p14="http://schemas.microsoft.com/office/powerpoint/2010/main" val="3979870540"/>
              </p:ext>
            </p:extLst>
          </p:nvPr>
        </p:nvGraphicFramePr>
        <p:xfrm>
          <a:off x="2892244" y="1051196"/>
          <a:ext cx="1419406" cy="916629"/>
        </p:xfrm>
        <a:graphic>
          <a:graphicData uri="http://schemas.openxmlformats.org/drawingml/2006/table">
            <a:tbl>
              <a:tblPr rtl="1" firstRow="1" bandRow="1">
                <a:tableStyleId>{21E4AEA4-8DFA-4A89-87EB-49C32662AFE0}</a:tableStyleId>
              </a:tblPr>
              <a:tblGrid>
                <a:gridCol w="340639">
                  <a:extLst>
                    <a:ext uri="{9D8B030D-6E8A-4147-A177-3AD203B41FA5}">
                      <a16:colId xmlns:a16="http://schemas.microsoft.com/office/drawing/2014/main" val="20000"/>
                    </a:ext>
                  </a:extLst>
                </a:gridCol>
                <a:gridCol w="640833">
                  <a:extLst>
                    <a:ext uri="{9D8B030D-6E8A-4147-A177-3AD203B41FA5}">
                      <a16:colId xmlns:a16="http://schemas.microsoft.com/office/drawing/2014/main" val="20001"/>
                    </a:ext>
                  </a:extLst>
                </a:gridCol>
                <a:gridCol w="437934">
                  <a:extLst>
                    <a:ext uri="{9D8B030D-6E8A-4147-A177-3AD203B41FA5}">
                      <a16:colId xmlns:a16="http://schemas.microsoft.com/office/drawing/2014/main" val="20002"/>
                    </a:ext>
                  </a:extLst>
                </a:gridCol>
              </a:tblGrid>
              <a:tr h="211530">
                <a:tc>
                  <a:txBody>
                    <a:bodyPr/>
                    <a:lstStyle/>
                    <a:p>
                      <a:pPr algn="ctr" rtl="1"/>
                      <a:r>
                        <a:rPr lang="en-US" sz="900" dirty="0"/>
                        <a:t>8</a:t>
                      </a:r>
                      <a:endParaRPr lang="ar-EG" sz="900" dirty="0"/>
                    </a:p>
                  </a:txBody>
                  <a:tcPr marL="82296" marR="82296" marT="34290" marB="34290"/>
                </a:tc>
                <a:tc>
                  <a:txBody>
                    <a:bodyPr/>
                    <a:lstStyle/>
                    <a:p>
                      <a:pPr algn="ctr" rtl="1"/>
                      <a:r>
                        <a:rPr lang="en-US" sz="900" dirty="0"/>
                        <a:t>C</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0"/>
                  </a:ext>
                </a:extLst>
              </a:tr>
              <a:tr h="493569">
                <a:tc>
                  <a:txBody>
                    <a:bodyPr/>
                    <a:lstStyle/>
                    <a:p>
                      <a:pPr algn="ctr" rtl="1"/>
                      <a:endParaRPr lang="ar-EG" sz="900" dirty="0"/>
                    </a:p>
                  </a:txBody>
                  <a:tcPr marL="82296" marR="82296" marT="34290" marB="34290"/>
                </a:tc>
                <a:tc>
                  <a:txBody>
                    <a:bodyPr/>
                    <a:lstStyle/>
                    <a:p>
                      <a:pPr algn="ctr" rtl="1"/>
                      <a:r>
                        <a:rPr lang="en-US" sz="900" b="0" dirty="0"/>
                        <a:t>Android app design</a:t>
                      </a:r>
                      <a:endParaRPr lang="ar-EG" sz="900" b="0" dirty="0"/>
                    </a:p>
                  </a:txBody>
                  <a:tcPr marL="82296" marR="82296" marT="34290" marB="34290"/>
                </a:tc>
                <a:tc>
                  <a:txBody>
                    <a:bodyPr/>
                    <a:lstStyle/>
                    <a:p>
                      <a:pPr algn="ctr" rtl="1"/>
                      <a:endParaRPr lang="en-US" sz="900" dirty="0"/>
                    </a:p>
                    <a:p>
                      <a:pPr algn="ctr" rtl="1"/>
                      <a:r>
                        <a:rPr lang="en-US" sz="900" dirty="0"/>
                        <a:t>0</a:t>
                      </a:r>
                      <a:endParaRPr lang="ar-EG" sz="900" dirty="0"/>
                    </a:p>
                  </a:txBody>
                  <a:tcPr marL="82296" marR="82296" marT="34290" marB="34290"/>
                </a:tc>
                <a:extLst>
                  <a:ext uri="{0D108BD9-81ED-4DB2-BD59-A6C34878D82A}">
                    <a16:rowId xmlns:a16="http://schemas.microsoft.com/office/drawing/2014/main" val="10001"/>
                  </a:ext>
                </a:extLst>
              </a:tr>
              <a:tr h="211530">
                <a:tc>
                  <a:txBody>
                    <a:bodyPr/>
                    <a:lstStyle/>
                    <a:p>
                      <a:pPr algn="ctr" rtl="1"/>
                      <a:r>
                        <a:rPr lang="en-US" sz="900" dirty="0"/>
                        <a:t>8</a:t>
                      </a:r>
                      <a:endParaRPr lang="ar-EG" sz="900" dirty="0"/>
                    </a:p>
                  </a:txBody>
                  <a:tcPr marL="82296" marR="82296" marT="34290" marB="34290"/>
                </a:tc>
                <a:tc>
                  <a:txBody>
                    <a:bodyPr/>
                    <a:lstStyle/>
                    <a:p>
                      <a:pPr algn="ctr" rtl="1"/>
                      <a:r>
                        <a:rPr lang="en-US" sz="900" dirty="0"/>
                        <a:t>3</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2" name="Table 31">
            <a:extLst>
              <a:ext uri="{FF2B5EF4-FFF2-40B4-BE49-F238E27FC236}">
                <a16:creationId xmlns:a16="http://schemas.microsoft.com/office/drawing/2014/main" id="{88E10817-08FB-42ED-B8C4-7534A4676B44}"/>
              </a:ext>
            </a:extLst>
          </p:cNvPr>
          <p:cNvGraphicFramePr>
            <a:graphicFrameLocks noGrp="1"/>
          </p:cNvGraphicFramePr>
          <p:nvPr>
            <p:extLst>
              <p:ext uri="{D42A27DB-BD31-4B8C-83A1-F6EECF244321}">
                <p14:modId xmlns:p14="http://schemas.microsoft.com/office/powerpoint/2010/main" val="2085389009"/>
              </p:ext>
            </p:extLst>
          </p:nvPr>
        </p:nvGraphicFramePr>
        <p:xfrm>
          <a:off x="2892245" y="95531"/>
          <a:ext cx="1419407" cy="817737"/>
        </p:xfrm>
        <a:graphic>
          <a:graphicData uri="http://schemas.openxmlformats.org/drawingml/2006/table">
            <a:tbl>
              <a:tblPr rtl="1" firstRow="1" bandRow="1">
                <a:tableStyleId>{21E4AEA4-8DFA-4A89-87EB-49C32662AFE0}</a:tableStyleId>
              </a:tblPr>
              <a:tblGrid>
                <a:gridCol w="356124">
                  <a:extLst>
                    <a:ext uri="{9D8B030D-6E8A-4147-A177-3AD203B41FA5}">
                      <a16:colId xmlns:a16="http://schemas.microsoft.com/office/drawing/2014/main" val="20000"/>
                    </a:ext>
                  </a:extLst>
                </a:gridCol>
                <a:gridCol w="715724">
                  <a:extLst>
                    <a:ext uri="{9D8B030D-6E8A-4147-A177-3AD203B41FA5}">
                      <a16:colId xmlns:a16="http://schemas.microsoft.com/office/drawing/2014/main" val="20001"/>
                    </a:ext>
                  </a:extLst>
                </a:gridCol>
                <a:gridCol w="347559">
                  <a:extLst>
                    <a:ext uri="{9D8B030D-6E8A-4147-A177-3AD203B41FA5}">
                      <a16:colId xmlns:a16="http://schemas.microsoft.com/office/drawing/2014/main" val="20002"/>
                    </a:ext>
                  </a:extLst>
                </a:gridCol>
              </a:tblGrid>
              <a:tr h="234297">
                <a:tc>
                  <a:txBody>
                    <a:bodyPr/>
                    <a:lstStyle/>
                    <a:p>
                      <a:pPr algn="ctr" rtl="1"/>
                      <a:r>
                        <a:rPr lang="en-US" sz="900" dirty="0"/>
                        <a:t>7</a:t>
                      </a:r>
                      <a:endParaRPr lang="ar-EG" sz="900" dirty="0"/>
                    </a:p>
                  </a:txBody>
                  <a:tcPr marL="82296" marR="82296" marT="34290" marB="34290"/>
                </a:tc>
                <a:tc>
                  <a:txBody>
                    <a:bodyPr/>
                    <a:lstStyle/>
                    <a:p>
                      <a:pPr algn="ctr" rtl="1"/>
                      <a:r>
                        <a:rPr lang="en-US" sz="900" dirty="0"/>
                        <a:t>B</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0"/>
                  </a:ext>
                </a:extLst>
              </a:tr>
              <a:tr h="349143">
                <a:tc>
                  <a:txBody>
                    <a:bodyPr/>
                    <a:lstStyle/>
                    <a:p>
                      <a:pPr algn="ctr" rtl="1"/>
                      <a:endParaRPr lang="ar-EG" sz="900" dirty="0"/>
                    </a:p>
                  </a:txBody>
                  <a:tcPr marL="82296" marR="82296" marT="34290" marB="34290"/>
                </a:tc>
                <a:tc>
                  <a:txBody>
                    <a:bodyPr/>
                    <a:lstStyle/>
                    <a:p>
                      <a:pPr algn="ctr" rtl="1"/>
                      <a:r>
                        <a:rPr lang="en-US" sz="900" b="0" dirty="0"/>
                        <a:t>UI design</a:t>
                      </a:r>
                      <a:endParaRPr lang="ar-EG" sz="900" b="0" dirty="0"/>
                    </a:p>
                  </a:txBody>
                  <a:tcPr marL="82296" marR="82296" marT="34290" marB="34290"/>
                </a:tc>
                <a:tc>
                  <a:txBody>
                    <a:bodyPr/>
                    <a:lstStyle/>
                    <a:p>
                      <a:pPr algn="ctr" rtl="1"/>
                      <a:r>
                        <a:rPr lang="en-US" sz="900" dirty="0"/>
                        <a:t>1</a:t>
                      </a:r>
                      <a:endParaRPr lang="ar-EG" sz="900" dirty="0"/>
                    </a:p>
                  </a:txBody>
                  <a:tcPr marL="82296" marR="82296" marT="34290" marB="34290"/>
                </a:tc>
                <a:extLst>
                  <a:ext uri="{0D108BD9-81ED-4DB2-BD59-A6C34878D82A}">
                    <a16:rowId xmlns:a16="http://schemas.microsoft.com/office/drawing/2014/main" val="10001"/>
                  </a:ext>
                </a:extLst>
              </a:tr>
              <a:tr h="234297">
                <a:tc>
                  <a:txBody>
                    <a:bodyPr/>
                    <a:lstStyle/>
                    <a:p>
                      <a:pPr algn="ctr" rtl="1"/>
                      <a:r>
                        <a:rPr lang="en-US" sz="900" dirty="0"/>
                        <a:t>8</a:t>
                      </a:r>
                      <a:endParaRPr lang="ar-EG" sz="900" dirty="0"/>
                    </a:p>
                  </a:txBody>
                  <a:tcPr marL="82296" marR="82296" marT="34290" marB="34290"/>
                </a:tc>
                <a:tc>
                  <a:txBody>
                    <a:bodyPr/>
                    <a:lstStyle/>
                    <a:p>
                      <a:pPr algn="ctr" rtl="1"/>
                      <a:r>
                        <a:rPr lang="en-US" sz="900" dirty="0"/>
                        <a:t>2</a:t>
                      </a:r>
                      <a:endParaRPr lang="ar-EG" sz="900" dirty="0"/>
                    </a:p>
                  </a:txBody>
                  <a:tcPr marL="82296" marR="82296" marT="34290" marB="34290"/>
                </a:tc>
                <a:tc>
                  <a:txBody>
                    <a:bodyPr/>
                    <a:lstStyle/>
                    <a:p>
                      <a:pPr algn="ctr" rtl="1"/>
                      <a:r>
                        <a:rPr lang="en-US" sz="900" dirty="0"/>
                        <a:t>6</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4" name="Table 33">
            <a:extLst>
              <a:ext uri="{FF2B5EF4-FFF2-40B4-BE49-F238E27FC236}">
                <a16:creationId xmlns:a16="http://schemas.microsoft.com/office/drawing/2014/main" id="{96A499ED-0FDA-44F2-8878-CF2E8BC3EE1C}"/>
              </a:ext>
            </a:extLst>
          </p:cNvPr>
          <p:cNvGraphicFramePr>
            <a:graphicFrameLocks noGrp="1"/>
          </p:cNvGraphicFramePr>
          <p:nvPr>
            <p:extLst>
              <p:ext uri="{D42A27DB-BD31-4B8C-83A1-F6EECF244321}">
                <p14:modId xmlns:p14="http://schemas.microsoft.com/office/powerpoint/2010/main" val="1746973460"/>
              </p:ext>
            </p:extLst>
          </p:nvPr>
        </p:nvGraphicFramePr>
        <p:xfrm>
          <a:off x="2892243" y="3100560"/>
          <a:ext cx="1419407" cy="891540"/>
        </p:xfrm>
        <a:graphic>
          <a:graphicData uri="http://schemas.openxmlformats.org/drawingml/2006/table">
            <a:tbl>
              <a:tblPr rtl="1" firstRow="1" bandRow="1">
                <a:tableStyleId>{21E4AEA4-8DFA-4A89-87EB-49C32662AFE0}</a:tableStyleId>
              </a:tblPr>
              <a:tblGrid>
                <a:gridCol w="398522">
                  <a:extLst>
                    <a:ext uri="{9D8B030D-6E8A-4147-A177-3AD203B41FA5}">
                      <a16:colId xmlns:a16="http://schemas.microsoft.com/office/drawing/2014/main" val="20000"/>
                    </a:ext>
                  </a:extLst>
                </a:gridCol>
                <a:gridCol w="674780">
                  <a:extLst>
                    <a:ext uri="{9D8B030D-6E8A-4147-A177-3AD203B41FA5}">
                      <a16:colId xmlns:a16="http://schemas.microsoft.com/office/drawing/2014/main" val="20001"/>
                    </a:ext>
                  </a:extLst>
                </a:gridCol>
                <a:gridCol w="346105">
                  <a:extLst>
                    <a:ext uri="{9D8B030D-6E8A-4147-A177-3AD203B41FA5}">
                      <a16:colId xmlns:a16="http://schemas.microsoft.com/office/drawing/2014/main" val="20002"/>
                    </a:ext>
                  </a:extLst>
                </a:gridCol>
              </a:tblGrid>
              <a:tr h="205740">
                <a:tc>
                  <a:txBody>
                    <a:bodyPr/>
                    <a:lstStyle/>
                    <a:p>
                      <a:pPr algn="ctr" rtl="1"/>
                      <a:r>
                        <a:rPr lang="en-US" sz="900" dirty="0"/>
                        <a:t>6</a:t>
                      </a:r>
                      <a:endParaRPr lang="ar-EG" sz="900" dirty="0"/>
                    </a:p>
                  </a:txBody>
                  <a:tcPr marL="82296" marR="82296" marT="34290" marB="34290"/>
                </a:tc>
                <a:tc>
                  <a:txBody>
                    <a:bodyPr/>
                    <a:lstStyle/>
                    <a:p>
                      <a:pPr algn="ctr" rtl="1"/>
                      <a:r>
                        <a:rPr lang="en-US" sz="900" dirty="0"/>
                        <a:t>E</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0"/>
                  </a:ext>
                </a:extLst>
              </a:tr>
              <a:tr h="376995">
                <a:tc>
                  <a:txBody>
                    <a:bodyPr/>
                    <a:lstStyle/>
                    <a:p>
                      <a:pPr algn="ctr" rtl="1"/>
                      <a:endParaRPr lang="ar-EG" sz="900" dirty="0"/>
                    </a:p>
                  </a:txBody>
                  <a:tcPr marL="82296" marR="82296" marT="34290" marB="34290"/>
                </a:tc>
                <a:tc>
                  <a:txBody>
                    <a:bodyPr/>
                    <a:lstStyle/>
                    <a:p>
                      <a:pPr algn="ctr" rtl="1"/>
                      <a:r>
                        <a:rPr lang="en-US" sz="900" dirty="0"/>
                        <a:t>Reserve a server in google</a:t>
                      </a:r>
                    </a:p>
                  </a:txBody>
                  <a:tcPr marL="82296" marR="82296" marT="34290" marB="34290"/>
                </a:tc>
                <a:tc>
                  <a:txBody>
                    <a:bodyPr/>
                    <a:lstStyle/>
                    <a:p>
                      <a:pPr algn="ctr" rtl="1"/>
                      <a:endParaRPr lang="en-US" sz="900" dirty="0"/>
                    </a:p>
                    <a:p>
                      <a:pPr algn="ctr" rtl="1"/>
                      <a:r>
                        <a:rPr lang="en-US" sz="900" dirty="0"/>
                        <a:t>4</a:t>
                      </a:r>
                    </a:p>
                    <a:p>
                      <a:pPr algn="ctr" rtl="1"/>
                      <a:endParaRPr lang="ar-EG" sz="900" dirty="0"/>
                    </a:p>
                  </a:txBody>
                  <a:tcPr marL="82296" marR="82296" marT="34290" marB="34290"/>
                </a:tc>
                <a:extLst>
                  <a:ext uri="{0D108BD9-81ED-4DB2-BD59-A6C34878D82A}">
                    <a16:rowId xmlns:a16="http://schemas.microsoft.com/office/drawing/2014/main" val="10001"/>
                  </a:ext>
                </a:extLst>
              </a:tr>
              <a:tr h="205740">
                <a:tc>
                  <a:txBody>
                    <a:bodyPr/>
                    <a:lstStyle/>
                    <a:p>
                      <a:pPr algn="ctr" rtl="1"/>
                      <a:r>
                        <a:rPr lang="en-US" sz="900" dirty="0"/>
                        <a:t>10</a:t>
                      </a:r>
                      <a:endParaRPr lang="ar-EG" sz="900" dirty="0"/>
                    </a:p>
                  </a:txBody>
                  <a:tcPr marL="82296" marR="82296" marT="34290" marB="34290"/>
                </a:tc>
                <a:tc>
                  <a:txBody>
                    <a:bodyPr/>
                    <a:lstStyle/>
                    <a:p>
                      <a:pPr algn="ctr" rtl="1"/>
                      <a:r>
                        <a:rPr lang="en-US" sz="900" dirty="0"/>
                        <a:t>1</a:t>
                      </a:r>
                      <a:endParaRPr lang="ar-EG" sz="900" dirty="0"/>
                    </a:p>
                  </a:txBody>
                  <a:tcPr marL="82296" marR="82296" marT="34290" marB="34290"/>
                </a:tc>
                <a:tc>
                  <a:txBody>
                    <a:bodyPr/>
                    <a:lstStyle/>
                    <a:p>
                      <a:pPr algn="ctr" rtl="1"/>
                      <a:r>
                        <a:rPr lang="en-US" sz="900" dirty="0"/>
                        <a:t>9</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6" name="Table 35">
            <a:extLst>
              <a:ext uri="{FF2B5EF4-FFF2-40B4-BE49-F238E27FC236}">
                <a16:creationId xmlns:a16="http://schemas.microsoft.com/office/drawing/2014/main" id="{6AB549E3-3055-4BAC-BADE-A85A9BDEA14A}"/>
              </a:ext>
            </a:extLst>
          </p:cNvPr>
          <p:cNvGraphicFramePr>
            <a:graphicFrameLocks noGrp="1"/>
          </p:cNvGraphicFramePr>
          <p:nvPr>
            <p:extLst>
              <p:ext uri="{D42A27DB-BD31-4B8C-83A1-F6EECF244321}">
                <p14:modId xmlns:p14="http://schemas.microsoft.com/office/powerpoint/2010/main" val="2707631027"/>
              </p:ext>
            </p:extLst>
          </p:nvPr>
        </p:nvGraphicFramePr>
        <p:xfrm>
          <a:off x="2892349" y="4155117"/>
          <a:ext cx="1446984" cy="836366"/>
        </p:xfrm>
        <a:graphic>
          <a:graphicData uri="http://schemas.openxmlformats.org/drawingml/2006/table">
            <a:tbl>
              <a:tblPr rtl="1" firstRow="1" bandRow="1">
                <a:tableStyleId>{21E4AEA4-8DFA-4A89-87EB-49C32662AFE0}</a:tableStyleId>
              </a:tblPr>
              <a:tblGrid>
                <a:gridCol w="308002">
                  <a:extLst>
                    <a:ext uri="{9D8B030D-6E8A-4147-A177-3AD203B41FA5}">
                      <a16:colId xmlns:a16="http://schemas.microsoft.com/office/drawing/2014/main" val="20000"/>
                    </a:ext>
                  </a:extLst>
                </a:gridCol>
                <a:gridCol w="767569">
                  <a:extLst>
                    <a:ext uri="{9D8B030D-6E8A-4147-A177-3AD203B41FA5}">
                      <a16:colId xmlns:a16="http://schemas.microsoft.com/office/drawing/2014/main" val="20001"/>
                    </a:ext>
                  </a:extLst>
                </a:gridCol>
                <a:gridCol w="371413">
                  <a:extLst>
                    <a:ext uri="{9D8B030D-6E8A-4147-A177-3AD203B41FA5}">
                      <a16:colId xmlns:a16="http://schemas.microsoft.com/office/drawing/2014/main" val="20002"/>
                    </a:ext>
                  </a:extLst>
                </a:gridCol>
              </a:tblGrid>
              <a:tr h="228100">
                <a:tc>
                  <a:txBody>
                    <a:bodyPr/>
                    <a:lstStyle/>
                    <a:p>
                      <a:pPr algn="ctr" rtl="1"/>
                      <a:r>
                        <a:rPr lang="en-US" sz="900" dirty="0"/>
                        <a:t>6</a:t>
                      </a:r>
                      <a:endParaRPr lang="ar-EG" sz="900" dirty="0"/>
                    </a:p>
                  </a:txBody>
                  <a:tcPr marL="82296" marR="82296" marT="34290" marB="34290"/>
                </a:tc>
                <a:tc>
                  <a:txBody>
                    <a:bodyPr/>
                    <a:lstStyle/>
                    <a:p>
                      <a:pPr algn="ctr" rtl="1"/>
                      <a:r>
                        <a:rPr lang="en-US" sz="900" dirty="0"/>
                        <a:t>F</a:t>
                      </a:r>
                      <a:endParaRPr lang="ar-EG" sz="900" dirty="0"/>
                    </a:p>
                  </a:txBody>
                  <a:tcPr marL="82296" marR="82296" marT="34290" marB="34290"/>
                </a:tc>
                <a:tc>
                  <a:txBody>
                    <a:bodyPr/>
                    <a:lstStyle/>
                    <a:p>
                      <a:pPr algn="ctr" rtl="1"/>
                      <a:r>
                        <a:rPr lang="en-US" sz="900" dirty="0"/>
                        <a:t>5</a:t>
                      </a:r>
                      <a:endParaRPr lang="ar-EG" sz="900" dirty="0"/>
                    </a:p>
                  </a:txBody>
                  <a:tcPr marL="82296" marR="82296" marT="34290" marB="34290"/>
                </a:tc>
                <a:extLst>
                  <a:ext uri="{0D108BD9-81ED-4DB2-BD59-A6C34878D82A}">
                    <a16:rowId xmlns:a16="http://schemas.microsoft.com/office/drawing/2014/main" val="10000"/>
                  </a:ext>
                </a:extLst>
              </a:tr>
              <a:tr h="380166">
                <a:tc>
                  <a:txBody>
                    <a:bodyPr/>
                    <a:lstStyle/>
                    <a:p>
                      <a:pPr algn="ctr" rtl="1"/>
                      <a:endParaRPr lang="ar-EG" sz="900" dirty="0"/>
                    </a:p>
                  </a:txBody>
                  <a:tcPr marL="82296" marR="82296" marT="34290" marB="34290"/>
                </a:tc>
                <a:tc>
                  <a:txBody>
                    <a:bodyPr/>
                    <a:lstStyle/>
                    <a:p>
                      <a:pPr algn="ctr"/>
                      <a:r>
                        <a:rPr lang="en-US" sz="900" b="0" dirty="0"/>
                        <a:t>Gathering</a:t>
                      </a:r>
                    </a:p>
                    <a:p>
                      <a:pPr algn="ctr"/>
                      <a:r>
                        <a:rPr lang="en-US" sz="900" b="0" dirty="0"/>
                        <a:t>Information</a:t>
                      </a:r>
                    </a:p>
                  </a:txBody>
                  <a:tcPr marL="82296" marR="82296" marT="34290" marB="34290"/>
                </a:tc>
                <a:tc>
                  <a:txBody>
                    <a:bodyPr/>
                    <a:lstStyle/>
                    <a:p>
                      <a:pPr algn="ctr" rtl="1"/>
                      <a:r>
                        <a:rPr lang="en-US" sz="900" dirty="0"/>
                        <a:t>4</a:t>
                      </a:r>
                      <a:endParaRPr lang="ar-EG" sz="900" dirty="0"/>
                    </a:p>
                  </a:txBody>
                  <a:tcPr marL="82296" marR="82296" marT="34290" marB="34290"/>
                </a:tc>
                <a:extLst>
                  <a:ext uri="{0D108BD9-81ED-4DB2-BD59-A6C34878D82A}">
                    <a16:rowId xmlns:a16="http://schemas.microsoft.com/office/drawing/2014/main" val="10001"/>
                  </a:ext>
                </a:extLst>
              </a:tr>
              <a:tr h="228100">
                <a:tc>
                  <a:txBody>
                    <a:bodyPr/>
                    <a:lstStyle/>
                    <a:p>
                      <a:pPr algn="ctr" rtl="1"/>
                      <a:r>
                        <a:rPr lang="en-US" sz="900" dirty="0"/>
                        <a:t>10</a:t>
                      </a:r>
                      <a:endParaRPr lang="ar-EG" sz="900" dirty="0"/>
                    </a:p>
                  </a:txBody>
                  <a:tcPr marL="82296" marR="82296" marT="34290" marB="34290"/>
                </a:tc>
                <a:tc>
                  <a:txBody>
                    <a:bodyPr/>
                    <a:lstStyle/>
                    <a:p>
                      <a:pPr algn="ctr" rtl="1"/>
                      <a:r>
                        <a:rPr lang="en-US" sz="900" dirty="0"/>
                        <a:t>1</a:t>
                      </a:r>
                      <a:endParaRPr lang="ar-EG" sz="900" dirty="0"/>
                    </a:p>
                  </a:txBody>
                  <a:tcPr marL="82296" marR="82296" marT="34290" marB="34290"/>
                </a:tc>
                <a:tc>
                  <a:txBody>
                    <a:bodyPr/>
                    <a:lstStyle/>
                    <a:p>
                      <a:pPr algn="ctr" rtl="1"/>
                      <a:r>
                        <a:rPr lang="en-US" sz="900" dirty="0"/>
                        <a:t>9</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8" name="Table 37">
            <a:extLst>
              <a:ext uri="{FF2B5EF4-FFF2-40B4-BE49-F238E27FC236}">
                <a16:creationId xmlns:a16="http://schemas.microsoft.com/office/drawing/2014/main" id="{9C9BAFF4-EED9-4363-BD0E-A70E70B40B7F}"/>
              </a:ext>
            </a:extLst>
          </p:cNvPr>
          <p:cNvGraphicFramePr>
            <a:graphicFrameLocks noGrp="1"/>
          </p:cNvGraphicFramePr>
          <p:nvPr>
            <p:extLst>
              <p:ext uri="{D42A27DB-BD31-4B8C-83A1-F6EECF244321}">
                <p14:modId xmlns:p14="http://schemas.microsoft.com/office/powerpoint/2010/main" val="3757453126"/>
              </p:ext>
            </p:extLst>
          </p:nvPr>
        </p:nvGraphicFramePr>
        <p:xfrm>
          <a:off x="5030115" y="1197405"/>
          <a:ext cx="1550378" cy="916629"/>
        </p:xfrm>
        <a:graphic>
          <a:graphicData uri="http://schemas.openxmlformats.org/drawingml/2006/table">
            <a:tbl>
              <a:tblPr rtl="1" firstRow="1" bandRow="1">
                <a:tableStyleId>{21E4AEA4-8DFA-4A89-87EB-49C32662AFE0}</a:tableStyleId>
              </a:tblPr>
              <a:tblGrid>
                <a:gridCol w="404124">
                  <a:extLst>
                    <a:ext uri="{9D8B030D-6E8A-4147-A177-3AD203B41FA5}">
                      <a16:colId xmlns:a16="http://schemas.microsoft.com/office/drawing/2014/main" val="20000"/>
                    </a:ext>
                  </a:extLst>
                </a:gridCol>
                <a:gridCol w="667911">
                  <a:extLst>
                    <a:ext uri="{9D8B030D-6E8A-4147-A177-3AD203B41FA5}">
                      <a16:colId xmlns:a16="http://schemas.microsoft.com/office/drawing/2014/main" val="20001"/>
                    </a:ext>
                  </a:extLst>
                </a:gridCol>
                <a:gridCol w="478343">
                  <a:extLst>
                    <a:ext uri="{9D8B030D-6E8A-4147-A177-3AD203B41FA5}">
                      <a16:colId xmlns:a16="http://schemas.microsoft.com/office/drawing/2014/main" val="20002"/>
                    </a:ext>
                  </a:extLst>
                </a:gridCol>
              </a:tblGrid>
              <a:tr h="305543">
                <a:tc>
                  <a:txBody>
                    <a:bodyPr/>
                    <a:lstStyle/>
                    <a:p>
                      <a:pPr algn="ctr" rtl="1"/>
                      <a:r>
                        <a:rPr lang="en-US" sz="900" dirty="0"/>
                        <a:t>10</a:t>
                      </a:r>
                      <a:endParaRPr lang="ar-EG" sz="900" dirty="0"/>
                    </a:p>
                  </a:txBody>
                  <a:tcPr marL="82296" marR="82296" marT="34290" marB="34290"/>
                </a:tc>
                <a:tc>
                  <a:txBody>
                    <a:bodyPr/>
                    <a:lstStyle/>
                    <a:p>
                      <a:pPr algn="ctr" rtl="1"/>
                      <a:r>
                        <a:rPr lang="en-US" sz="900" dirty="0"/>
                        <a:t>G</a:t>
                      </a:r>
                      <a:endParaRPr lang="ar-EG" sz="900" dirty="0"/>
                    </a:p>
                  </a:txBody>
                  <a:tcPr marL="82296" marR="82296" marT="34290" marB="34290"/>
                </a:tc>
                <a:tc>
                  <a:txBody>
                    <a:bodyPr/>
                    <a:lstStyle/>
                    <a:p>
                      <a:pPr algn="ctr" rtl="1"/>
                      <a:r>
                        <a:rPr lang="en-US" sz="900" dirty="0"/>
                        <a:t>8</a:t>
                      </a:r>
                      <a:endParaRPr lang="ar-EG" sz="900" dirty="0"/>
                    </a:p>
                  </a:txBody>
                  <a:tcPr marL="82296" marR="82296" marT="34290" marB="34290"/>
                </a:tc>
                <a:extLst>
                  <a:ext uri="{0D108BD9-81ED-4DB2-BD59-A6C34878D82A}">
                    <a16:rowId xmlns:a16="http://schemas.microsoft.com/office/drawing/2014/main" val="10000"/>
                  </a:ext>
                </a:extLst>
              </a:tr>
              <a:tr h="305543">
                <a:tc>
                  <a:txBody>
                    <a:bodyPr/>
                    <a:lstStyle/>
                    <a:p>
                      <a:pPr algn="ctr" rtl="1"/>
                      <a:endParaRPr lang="ar-EG" sz="900" dirty="0"/>
                    </a:p>
                  </a:txBody>
                  <a:tcPr marL="82296" marR="82296" marT="34290" marB="34290"/>
                </a:tc>
                <a:tc>
                  <a:txBody>
                    <a:bodyPr/>
                    <a:lstStyle/>
                    <a:p>
                      <a:pPr algn="ctr" rtl="1"/>
                      <a:r>
                        <a:rPr lang="en-US" sz="900" dirty="0"/>
                        <a:t>Test</a:t>
                      </a:r>
                      <a:endParaRPr lang="ar-EG" sz="900" dirty="0"/>
                    </a:p>
                  </a:txBody>
                  <a:tcPr marL="82296" marR="82296" marT="34290" marB="34290"/>
                </a:tc>
                <a:tc>
                  <a:txBody>
                    <a:bodyPr/>
                    <a:lstStyle/>
                    <a:p>
                      <a:pPr algn="ctr" rtl="1"/>
                      <a:r>
                        <a:rPr lang="en-US" sz="900" dirty="0"/>
                        <a:t>0</a:t>
                      </a:r>
                      <a:endParaRPr lang="ar-EG" sz="900" dirty="0"/>
                    </a:p>
                  </a:txBody>
                  <a:tcPr marL="82296" marR="82296" marT="34290" marB="34290"/>
                </a:tc>
                <a:extLst>
                  <a:ext uri="{0D108BD9-81ED-4DB2-BD59-A6C34878D82A}">
                    <a16:rowId xmlns:a16="http://schemas.microsoft.com/office/drawing/2014/main" val="10001"/>
                  </a:ext>
                </a:extLst>
              </a:tr>
              <a:tr h="305543">
                <a:tc>
                  <a:txBody>
                    <a:bodyPr/>
                    <a:lstStyle/>
                    <a:p>
                      <a:pPr algn="ctr" rtl="1"/>
                      <a:r>
                        <a:rPr lang="en-US" sz="900" dirty="0"/>
                        <a:t>10</a:t>
                      </a:r>
                      <a:endParaRPr lang="ar-EG" sz="900" dirty="0"/>
                    </a:p>
                  </a:txBody>
                  <a:tcPr marL="82296" marR="82296" marT="34290" marB="34290"/>
                </a:tc>
                <a:tc>
                  <a:txBody>
                    <a:bodyPr/>
                    <a:lstStyle/>
                    <a:p>
                      <a:pPr algn="ctr" rtl="1"/>
                      <a:r>
                        <a:rPr lang="en-US" sz="900" dirty="0"/>
                        <a:t>2</a:t>
                      </a:r>
                      <a:endParaRPr lang="ar-EG" sz="900" dirty="0"/>
                    </a:p>
                  </a:txBody>
                  <a:tcPr marL="82296" marR="82296" marT="34290" marB="34290"/>
                </a:tc>
                <a:tc>
                  <a:txBody>
                    <a:bodyPr/>
                    <a:lstStyle/>
                    <a:p>
                      <a:pPr algn="ctr" rtl="1"/>
                      <a:r>
                        <a:rPr lang="en-US" sz="900" dirty="0"/>
                        <a:t>8</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graphicFrame>
        <p:nvGraphicFramePr>
          <p:cNvPr id="39" name="Table 38">
            <a:extLst>
              <a:ext uri="{FF2B5EF4-FFF2-40B4-BE49-F238E27FC236}">
                <a16:creationId xmlns:a16="http://schemas.microsoft.com/office/drawing/2014/main" id="{CB28316C-97FF-483C-B01C-5116E00533E1}"/>
              </a:ext>
            </a:extLst>
          </p:cNvPr>
          <p:cNvGraphicFramePr>
            <a:graphicFrameLocks noGrp="1"/>
          </p:cNvGraphicFramePr>
          <p:nvPr>
            <p:extLst>
              <p:ext uri="{D42A27DB-BD31-4B8C-83A1-F6EECF244321}">
                <p14:modId xmlns:p14="http://schemas.microsoft.com/office/powerpoint/2010/main" val="424002259"/>
              </p:ext>
            </p:extLst>
          </p:nvPr>
        </p:nvGraphicFramePr>
        <p:xfrm>
          <a:off x="5365405" y="2724454"/>
          <a:ext cx="1538000" cy="916629"/>
        </p:xfrm>
        <a:graphic>
          <a:graphicData uri="http://schemas.openxmlformats.org/drawingml/2006/table">
            <a:tbl>
              <a:tblPr rtl="1" firstRow="1" bandRow="1">
                <a:tableStyleId>{21E4AEA4-8DFA-4A89-87EB-49C32662AFE0}</a:tableStyleId>
              </a:tblPr>
              <a:tblGrid>
                <a:gridCol w="377438">
                  <a:extLst>
                    <a:ext uri="{9D8B030D-6E8A-4147-A177-3AD203B41FA5}">
                      <a16:colId xmlns:a16="http://schemas.microsoft.com/office/drawing/2014/main" val="20000"/>
                    </a:ext>
                  </a:extLst>
                </a:gridCol>
                <a:gridCol w="798275">
                  <a:extLst>
                    <a:ext uri="{9D8B030D-6E8A-4147-A177-3AD203B41FA5}">
                      <a16:colId xmlns:a16="http://schemas.microsoft.com/office/drawing/2014/main" val="20001"/>
                    </a:ext>
                  </a:extLst>
                </a:gridCol>
                <a:gridCol w="362287">
                  <a:extLst>
                    <a:ext uri="{9D8B030D-6E8A-4147-A177-3AD203B41FA5}">
                      <a16:colId xmlns:a16="http://schemas.microsoft.com/office/drawing/2014/main" val="20002"/>
                    </a:ext>
                  </a:extLst>
                </a:gridCol>
              </a:tblGrid>
              <a:tr h="305543">
                <a:tc>
                  <a:txBody>
                    <a:bodyPr/>
                    <a:lstStyle/>
                    <a:p>
                      <a:pPr algn="ctr" rtl="1"/>
                      <a:r>
                        <a:rPr lang="en-US" sz="900" dirty="0"/>
                        <a:t>12</a:t>
                      </a:r>
                      <a:endParaRPr lang="ar-EG" sz="900" dirty="0"/>
                    </a:p>
                  </a:txBody>
                  <a:tcPr marL="82296" marR="82296" marT="34290" marB="34290"/>
                </a:tc>
                <a:tc>
                  <a:txBody>
                    <a:bodyPr/>
                    <a:lstStyle/>
                    <a:p>
                      <a:pPr algn="ctr" rtl="1"/>
                      <a:r>
                        <a:rPr lang="en-US" sz="900" dirty="0"/>
                        <a:t>H</a:t>
                      </a:r>
                      <a:endParaRPr lang="ar-EG" sz="900" dirty="0"/>
                    </a:p>
                  </a:txBody>
                  <a:tcPr marL="82296" marR="82296" marT="34290" marB="34290"/>
                </a:tc>
                <a:tc>
                  <a:txBody>
                    <a:bodyPr/>
                    <a:lstStyle/>
                    <a:p>
                      <a:pPr algn="ctr" rtl="1"/>
                      <a:r>
                        <a:rPr lang="en-US" sz="900" dirty="0"/>
                        <a:t>10</a:t>
                      </a:r>
                      <a:endParaRPr lang="ar-EG" sz="900" dirty="0"/>
                    </a:p>
                  </a:txBody>
                  <a:tcPr marL="82296" marR="82296" marT="34290" marB="34290"/>
                </a:tc>
                <a:extLst>
                  <a:ext uri="{0D108BD9-81ED-4DB2-BD59-A6C34878D82A}">
                    <a16:rowId xmlns:a16="http://schemas.microsoft.com/office/drawing/2014/main" val="10000"/>
                  </a:ext>
                </a:extLst>
              </a:tr>
              <a:tr h="305543">
                <a:tc>
                  <a:txBody>
                    <a:bodyPr/>
                    <a:lstStyle/>
                    <a:p>
                      <a:pPr algn="ctr" rtl="1"/>
                      <a:endParaRPr lang="ar-EG" sz="900" dirty="0"/>
                    </a:p>
                  </a:txBody>
                  <a:tcPr marL="82296" marR="82296" marT="34290" marB="34290"/>
                </a:tc>
                <a:tc>
                  <a:txBody>
                    <a:bodyPr/>
                    <a:lstStyle/>
                    <a:p>
                      <a:pPr algn="ctr" rtl="1"/>
                      <a:r>
                        <a:rPr lang="en-US" sz="800" dirty="0"/>
                        <a:t>Integration</a:t>
                      </a:r>
                      <a:endParaRPr lang="ar-EG" sz="800" dirty="0"/>
                    </a:p>
                  </a:txBody>
                  <a:tcPr marL="82296" marR="82296" marT="34290" marB="34290"/>
                </a:tc>
                <a:tc>
                  <a:txBody>
                    <a:bodyPr/>
                    <a:lstStyle/>
                    <a:p>
                      <a:pPr algn="ctr" rtl="1"/>
                      <a:r>
                        <a:rPr lang="en-US" sz="900" dirty="0"/>
                        <a:t>0</a:t>
                      </a:r>
                      <a:endParaRPr lang="ar-EG" sz="900" dirty="0"/>
                    </a:p>
                  </a:txBody>
                  <a:tcPr marL="82296" marR="82296" marT="34290" marB="34290"/>
                </a:tc>
                <a:extLst>
                  <a:ext uri="{0D108BD9-81ED-4DB2-BD59-A6C34878D82A}">
                    <a16:rowId xmlns:a16="http://schemas.microsoft.com/office/drawing/2014/main" val="10001"/>
                  </a:ext>
                </a:extLst>
              </a:tr>
              <a:tr h="305543">
                <a:tc>
                  <a:txBody>
                    <a:bodyPr/>
                    <a:lstStyle/>
                    <a:p>
                      <a:pPr algn="ctr" rtl="1"/>
                      <a:r>
                        <a:rPr lang="en-US" sz="900" dirty="0"/>
                        <a:t>12</a:t>
                      </a:r>
                      <a:endParaRPr lang="ar-EG" sz="900" dirty="0"/>
                    </a:p>
                  </a:txBody>
                  <a:tcPr marL="82296" marR="82296" marT="34290" marB="34290"/>
                </a:tc>
                <a:tc>
                  <a:txBody>
                    <a:bodyPr/>
                    <a:lstStyle/>
                    <a:p>
                      <a:pPr algn="ctr" rtl="1"/>
                      <a:r>
                        <a:rPr lang="en-US" sz="900" dirty="0"/>
                        <a:t>2</a:t>
                      </a:r>
                      <a:endParaRPr lang="ar-EG" sz="900" dirty="0"/>
                    </a:p>
                  </a:txBody>
                  <a:tcPr marL="82296" marR="82296" marT="34290" marB="34290"/>
                </a:tc>
                <a:tc>
                  <a:txBody>
                    <a:bodyPr/>
                    <a:lstStyle/>
                    <a:p>
                      <a:pPr algn="ctr" rtl="1"/>
                      <a:r>
                        <a:rPr lang="en-US" sz="900" dirty="0"/>
                        <a:t>10</a:t>
                      </a:r>
                      <a:endParaRPr lang="ar-EG" sz="900" dirty="0"/>
                    </a:p>
                  </a:txBody>
                  <a:tcPr marL="82296" marR="82296" marT="34290" marB="34290"/>
                </a:tc>
                <a:extLst>
                  <a:ext uri="{0D108BD9-81ED-4DB2-BD59-A6C34878D82A}">
                    <a16:rowId xmlns:a16="http://schemas.microsoft.com/office/drawing/2014/main" val="10002"/>
                  </a:ext>
                </a:extLst>
              </a:tr>
            </a:tbl>
          </a:graphicData>
        </a:graphic>
      </p:graphicFrame>
      <p:sp>
        <p:nvSpPr>
          <p:cNvPr id="72" name="Title 1">
            <a:extLst>
              <a:ext uri="{FF2B5EF4-FFF2-40B4-BE49-F238E27FC236}">
                <a16:creationId xmlns:a16="http://schemas.microsoft.com/office/drawing/2014/main" id="{E3CF2EAB-9A26-4355-A5E6-63E7DA31EA38}"/>
              </a:ext>
            </a:extLst>
          </p:cNvPr>
          <p:cNvSpPr txBox="1">
            <a:spLocks/>
          </p:cNvSpPr>
          <p:nvPr/>
        </p:nvSpPr>
        <p:spPr>
          <a:xfrm>
            <a:off x="115169" y="95531"/>
            <a:ext cx="2471666" cy="467832"/>
          </a:xfrm>
          <a:prstGeom prst="rect">
            <a:avLst/>
          </a:prstGeom>
        </p:spPr>
        <p:txBody>
          <a:bodyPr vert="horz" lIns="91440" tIns="45720" rIns="91440" bIns="45720" rtlCol="0" anchor="ctr">
            <a:normAutofit/>
          </a:bodyPr>
          <a:lstStyle>
            <a:lvl1pPr algn="r" defTabSz="914400" rtl="0" eaLnBrk="1" latinLnBrk="0" hangingPunct="1">
              <a:spcBef>
                <a:spcPct val="0"/>
              </a:spcBef>
              <a:buNone/>
              <a:defRPr sz="3600" kern="1200" baseline="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u="sng" strike="noStrike" kern="1200" cap="none" spc="0" normalizeH="0" baseline="0" noProof="0" dirty="0">
                <a:ln>
                  <a:noFill/>
                </a:ln>
                <a:solidFill>
                  <a:srgbClr val="C0504D"/>
                </a:solidFill>
                <a:effectLst>
                  <a:outerShdw blurRad="50800" dist="38100" dir="2700000" algn="tl" rotWithShape="0">
                    <a:prstClr val="black">
                      <a:alpha val="40000"/>
                    </a:prstClr>
                  </a:outerShdw>
                </a:effectLst>
                <a:uLnTx/>
                <a:uFillTx/>
                <a:latin typeface="Times New Roman" panose="02020603050405020304" pitchFamily="18" charset="0"/>
                <a:cs typeface="Times New Roman" panose="02020603050405020304" pitchFamily="18" charset="0"/>
              </a:rPr>
              <a:t>Network</a:t>
            </a:r>
            <a:r>
              <a:rPr kumimoji="0" lang="en-US" sz="2000" b="0" u="sng" strike="noStrike" kern="1200" cap="none" spc="0" normalizeH="0" baseline="0" noProof="0" dirty="0">
                <a:ln>
                  <a:noFill/>
                </a:ln>
                <a:solidFill>
                  <a:srgbClr val="C00000"/>
                </a:solidFill>
                <a:effectLst>
                  <a:outerShdw blurRad="50800" dist="38100" dir="2700000" algn="tl" rotWithShape="0">
                    <a:prstClr val="black">
                      <a:alpha val="40000"/>
                    </a:prstClr>
                  </a:outerShdw>
                </a:effectLst>
                <a:uLnTx/>
                <a:uFillTx/>
                <a:latin typeface="Forte" panose="03060902040502070203" pitchFamily="66" charset="0"/>
              </a:rPr>
              <a:t> </a:t>
            </a:r>
          </a:p>
        </p:txBody>
      </p:sp>
      <p:cxnSp>
        <p:nvCxnSpPr>
          <p:cNvPr id="8" name="Connector: Curved 7">
            <a:extLst>
              <a:ext uri="{FF2B5EF4-FFF2-40B4-BE49-F238E27FC236}">
                <a16:creationId xmlns:a16="http://schemas.microsoft.com/office/drawing/2014/main" id="{FD849F37-9ECB-40F4-BF58-9EF9F0B545F8}"/>
              </a:ext>
            </a:extLst>
          </p:cNvPr>
          <p:cNvCxnSpPr>
            <a:cxnSpLocks/>
          </p:cNvCxnSpPr>
          <p:nvPr/>
        </p:nvCxnSpPr>
        <p:spPr>
          <a:xfrm rot="5400000" flipH="1" flipV="1">
            <a:off x="1502916" y="1715569"/>
            <a:ext cx="1112679" cy="381762"/>
          </a:xfrm>
          <a:prstGeom prst="curvedConnector3">
            <a:avLst>
              <a:gd name="adj1" fmla="val 9955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Connector: Curved 12">
            <a:extLst>
              <a:ext uri="{FF2B5EF4-FFF2-40B4-BE49-F238E27FC236}">
                <a16:creationId xmlns:a16="http://schemas.microsoft.com/office/drawing/2014/main" id="{C7B677F9-5B29-4640-8533-D5918566972F}"/>
              </a:ext>
            </a:extLst>
          </p:cNvPr>
          <p:cNvCxnSpPr>
            <a:endCxn id="32" idx="1"/>
          </p:cNvCxnSpPr>
          <p:nvPr/>
        </p:nvCxnSpPr>
        <p:spPr>
          <a:xfrm rot="5400000" flipH="1" flipV="1">
            <a:off x="2143565" y="601430"/>
            <a:ext cx="845711" cy="651650"/>
          </a:xfrm>
          <a:prstGeom prst="curvedConnector2">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Connector: Curved 14">
            <a:extLst>
              <a:ext uri="{FF2B5EF4-FFF2-40B4-BE49-F238E27FC236}">
                <a16:creationId xmlns:a16="http://schemas.microsoft.com/office/drawing/2014/main" id="{C73C6F0F-A746-4D32-968B-C6852C58BA43}"/>
              </a:ext>
            </a:extLst>
          </p:cNvPr>
          <p:cNvCxnSpPr>
            <a:endCxn id="30" idx="1"/>
          </p:cNvCxnSpPr>
          <p:nvPr/>
        </p:nvCxnSpPr>
        <p:spPr>
          <a:xfrm>
            <a:off x="2240595" y="1350110"/>
            <a:ext cx="651649" cy="159400"/>
          </a:xfrm>
          <a:prstGeom prst="curvedConnector3">
            <a:avLst/>
          </a:prstGeom>
          <a:ln>
            <a:solidFill>
              <a:srgbClr val="C0504D"/>
            </a:solidFill>
            <a:tailEnd type="triangle"/>
          </a:ln>
        </p:spPr>
        <p:style>
          <a:lnRef idx="1">
            <a:schemeClr val="accent2"/>
          </a:lnRef>
          <a:fillRef idx="0">
            <a:schemeClr val="accent2"/>
          </a:fillRef>
          <a:effectRef idx="0">
            <a:schemeClr val="accent2"/>
          </a:effectRef>
          <a:fontRef idx="minor">
            <a:schemeClr val="tx1"/>
          </a:fontRef>
        </p:style>
      </p:cxnSp>
      <p:cxnSp>
        <p:nvCxnSpPr>
          <p:cNvPr id="17" name="Connector: Curved 16">
            <a:extLst>
              <a:ext uri="{FF2B5EF4-FFF2-40B4-BE49-F238E27FC236}">
                <a16:creationId xmlns:a16="http://schemas.microsoft.com/office/drawing/2014/main" id="{F89D2C31-14D4-4D86-9B44-E7376BD7C744}"/>
              </a:ext>
            </a:extLst>
          </p:cNvPr>
          <p:cNvCxnSpPr>
            <a:endCxn id="28" idx="1"/>
          </p:cNvCxnSpPr>
          <p:nvPr/>
        </p:nvCxnSpPr>
        <p:spPr>
          <a:xfrm rot="16200000" flipH="1">
            <a:off x="1969880" y="1620824"/>
            <a:ext cx="1184082" cy="642653"/>
          </a:xfrm>
          <a:prstGeom prst="curvedConnector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5372566B-74C8-4185-B4C2-E1D3AD358292}"/>
              </a:ext>
            </a:extLst>
          </p:cNvPr>
          <p:cNvCxnSpPr>
            <a:cxnSpLocks/>
          </p:cNvCxnSpPr>
          <p:nvPr/>
        </p:nvCxnSpPr>
        <p:spPr>
          <a:xfrm rot="16200000" flipH="1">
            <a:off x="1237859" y="3093299"/>
            <a:ext cx="1529314" cy="268291"/>
          </a:xfrm>
          <a:prstGeom prst="curvedConnector3">
            <a:avLst>
              <a:gd name="adj1" fmla="val 100999"/>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44810A6A-43A8-4069-9CD7-0388D5B444A5}"/>
              </a:ext>
            </a:extLst>
          </p:cNvPr>
          <p:cNvCxnSpPr>
            <a:endCxn id="34" idx="1"/>
          </p:cNvCxnSpPr>
          <p:nvPr/>
        </p:nvCxnSpPr>
        <p:spPr>
          <a:xfrm flipV="1">
            <a:off x="2059255" y="3546330"/>
            <a:ext cx="832988" cy="445770"/>
          </a:xfrm>
          <a:prstGeom prst="curvedConnector3">
            <a:avLst>
              <a:gd name="adj1" fmla="val 1529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CBE20596-D9F3-4E19-AD80-5DB16A36878E}"/>
              </a:ext>
            </a:extLst>
          </p:cNvPr>
          <p:cNvCxnSpPr>
            <a:endCxn id="36" idx="1"/>
          </p:cNvCxnSpPr>
          <p:nvPr/>
        </p:nvCxnSpPr>
        <p:spPr>
          <a:xfrm>
            <a:off x="2059255" y="3992100"/>
            <a:ext cx="833094" cy="581200"/>
          </a:xfrm>
          <a:prstGeom prst="curvedConnector3">
            <a:avLst>
              <a:gd name="adj1" fmla="val 1933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9E72D772-E0FC-4081-A0CF-CC21E13F9B81}"/>
              </a:ext>
            </a:extLst>
          </p:cNvPr>
          <p:cNvCxnSpPr>
            <a:endCxn id="38" idx="1"/>
          </p:cNvCxnSpPr>
          <p:nvPr/>
        </p:nvCxnSpPr>
        <p:spPr>
          <a:xfrm rot="16200000" flipH="1">
            <a:off x="4095222" y="720826"/>
            <a:ext cx="1151320" cy="718465"/>
          </a:xfrm>
          <a:prstGeom prst="curvedConnector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Curved 47">
            <a:extLst>
              <a:ext uri="{FF2B5EF4-FFF2-40B4-BE49-F238E27FC236}">
                <a16:creationId xmlns:a16="http://schemas.microsoft.com/office/drawing/2014/main" id="{97F8A9A8-79E6-4B42-A6C6-B5E023A7A3A5}"/>
              </a:ext>
            </a:extLst>
          </p:cNvPr>
          <p:cNvCxnSpPr>
            <a:endCxn id="38" idx="1"/>
          </p:cNvCxnSpPr>
          <p:nvPr/>
        </p:nvCxnSpPr>
        <p:spPr>
          <a:xfrm>
            <a:off x="4320646" y="1509510"/>
            <a:ext cx="709469" cy="146209"/>
          </a:xfrm>
          <a:prstGeom prst="curvedConnector3">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3A27A307-5A6B-4DA4-945F-E8297E66DE7D}"/>
              </a:ext>
            </a:extLst>
          </p:cNvPr>
          <p:cNvCxnSpPr>
            <a:endCxn id="38" idx="1"/>
          </p:cNvCxnSpPr>
          <p:nvPr/>
        </p:nvCxnSpPr>
        <p:spPr>
          <a:xfrm rot="5400000" flipH="1" flipV="1">
            <a:off x="4208368" y="1750003"/>
            <a:ext cx="916031" cy="727464"/>
          </a:xfrm>
          <a:prstGeom prst="curvedConnector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2D86CAB1-DCCA-405D-9879-4C0A33A2A011}"/>
              </a:ext>
            </a:extLst>
          </p:cNvPr>
          <p:cNvCxnSpPr>
            <a:endCxn id="39" idx="1"/>
          </p:cNvCxnSpPr>
          <p:nvPr/>
        </p:nvCxnSpPr>
        <p:spPr>
          <a:xfrm flipV="1">
            <a:off x="4320646" y="3182768"/>
            <a:ext cx="1044759" cy="376107"/>
          </a:xfrm>
          <a:prstGeom prst="curvedConnector3">
            <a:avLst>
              <a:gd name="adj1" fmla="val 10744"/>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71662E84-8959-44A5-B796-F53B5C2248B0}"/>
              </a:ext>
            </a:extLst>
          </p:cNvPr>
          <p:cNvCxnSpPr>
            <a:endCxn id="39" idx="1"/>
          </p:cNvCxnSpPr>
          <p:nvPr/>
        </p:nvCxnSpPr>
        <p:spPr>
          <a:xfrm rot="5400000" flipH="1" flipV="1">
            <a:off x="4157103" y="3364998"/>
            <a:ext cx="1390532" cy="1026072"/>
          </a:xfrm>
          <a:prstGeom prst="curvedConnector2">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CCF48106-F4DE-401C-AF5A-566980C76C78}"/>
              </a:ext>
            </a:extLst>
          </p:cNvPr>
          <p:cNvCxnSpPr>
            <a:endCxn id="39" idx="0"/>
          </p:cNvCxnSpPr>
          <p:nvPr/>
        </p:nvCxnSpPr>
        <p:spPr>
          <a:xfrm rot="16200000" flipH="1">
            <a:off x="5667280" y="2257329"/>
            <a:ext cx="605148" cy="329101"/>
          </a:xfrm>
          <a:prstGeom prst="curvedConnector3">
            <a:avLst/>
          </a:prstGeom>
          <a:ln>
            <a:solidFill>
              <a:srgbClr val="C0504D"/>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430" y="270342"/>
            <a:ext cx="8214852" cy="763526"/>
          </a:xfrm>
        </p:spPr>
        <p:txBody>
          <a:bodyPr>
            <a:normAutofit/>
          </a:bodyPr>
          <a:lstStyle/>
          <a:p>
            <a:r>
              <a:rPr lang="en-US" sz="1800" b="1" u="sng" dirty="0">
                <a:effectLst/>
                <a:latin typeface="Times New Roman" panose="02020603050405020304" pitchFamily="18" charset="0"/>
                <a:cs typeface="Times New Roman" panose="02020603050405020304" pitchFamily="18" charset="0"/>
              </a:rPr>
              <a:t>Resource constrained</a:t>
            </a:r>
          </a:p>
        </p:txBody>
      </p:sp>
      <p:graphicFrame>
        <p:nvGraphicFramePr>
          <p:cNvPr id="4" name="Table 5">
            <a:extLst>
              <a:ext uri="{FF2B5EF4-FFF2-40B4-BE49-F238E27FC236}">
                <a16:creationId xmlns:a16="http://schemas.microsoft.com/office/drawing/2014/main" id="{EA27EA80-FD2F-4DC8-ADC3-1C131A3E1423}"/>
              </a:ext>
            </a:extLst>
          </p:cNvPr>
          <p:cNvGraphicFramePr>
            <a:graphicFrameLocks noGrp="1"/>
          </p:cNvGraphicFramePr>
          <p:nvPr>
            <p:ph idx="1"/>
            <p:extLst>
              <p:ext uri="{D42A27DB-BD31-4B8C-83A1-F6EECF244321}">
                <p14:modId xmlns:p14="http://schemas.microsoft.com/office/powerpoint/2010/main" val="2741995186"/>
              </p:ext>
            </p:extLst>
          </p:nvPr>
        </p:nvGraphicFramePr>
        <p:xfrm>
          <a:off x="208430" y="1276785"/>
          <a:ext cx="8626284" cy="2804160"/>
        </p:xfrm>
        <a:graphic>
          <a:graphicData uri="http://schemas.openxmlformats.org/drawingml/2006/table">
            <a:tbl>
              <a:tblPr firstRow="1" bandRow="1">
                <a:tableStyleId>{85BE263C-DBD7-4A20-BB59-AAB30ACAA65A}</a:tableStyleId>
              </a:tblPr>
              <a:tblGrid>
                <a:gridCol w="479238">
                  <a:extLst>
                    <a:ext uri="{9D8B030D-6E8A-4147-A177-3AD203B41FA5}">
                      <a16:colId xmlns:a16="http://schemas.microsoft.com/office/drawing/2014/main" val="3108391173"/>
                    </a:ext>
                  </a:extLst>
                </a:gridCol>
                <a:gridCol w="479238">
                  <a:extLst>
                    <a:ext uri="{9D8B030D-6E8A-4147-A177-3AD203B41FA5}">
                      <a16:colId xmlns:a16="http://schemas.microsoft.com/office/drawing/2014/main" val="3181102316"/>
                    </a:ext>
                  </a:extLst>
                </a:gridCol>
                <a:gridCol w="479238">
                  <a:extLst>
                    <a:ext uri="{9D8B030D-6E8A-4147-A177-3AD203B41FA5}">
                      <a16:colId xmlns:a16="http://schemas.microsoft.com/office/drawing/2014/main" val="1343319989"/>
                    </a:ext>
                  </a:extLst>
                </a:gridCol>
                <a:gridCol w="479238">
                  <a:extLst>
                    <a:ext uri="{9D8B030D-6E8A-4147-A177-3AD203B41FA5}">
                      <a16:colId xmlns:a16="http://schemas.microsoft.com/office/drawing/2014/main" val="821728903"/>
                    </a:ext>
                  </a:extLst>
                </a:gridCol>
                <a:gridCol w="479238">
                  <a:extLst>
                    <a:ext uri="{9D8B030D-6E8A-4147-A177-3AD203B41FA5}">
                      <a16:colId xmlns:a16="http://schemas.microsoft.com/office/drawing/2014/main" val="189416269"/>
                    </a:ext>
                  </a:extLst>
                </a:gridCol>
                <a:gridCol w="479238">
                  <a:extLst>
                    <a:ext uri="{9D8B030D-6E8A-4147-A177-3AD203B41FA5}">
                      <a16:colId xmlns:a16="http://schemas.microsoft.com/office/drawing/2014/main" val="1538496789"/>
                    </a:ext>
                  </a:extLst>
                </a:gridCol>
                <a:gridCol w="479238">
                  <a:extLst>
                    <a:ext uri="{9D8B030D-6E8A-4147-A177-3AD203B41FA5}">
                      <a16:colId xmlns:a16="http://schemas.microsoft.com/office/drawing/2014/main" val="2656946288"/>
                    </a:ext>
                  </a:extLst>
                </a:gridCol>
                <a:gridCol w="479238">
                  <a:extLst>
                    <a:ext uri="{9D8B030D-6E8A-4147-A177-3AD203B41FA5}">
                      <a16:colId xmlns:a16="http://schemas.microsoft.com/office/drawing/2014/main" val="267010893"/>
                    </a:ext>
                  </a:extLst>
                </a:gridCol>
                <a:gridCol w="479238">
                  <a:extLst>
                    <a:ext uri="{9D8B030D-6E8A-4147-A177-3AD203B41FA5}">
                      <a16:colId xmlns:a16="http://schemas.microsoft.com/office/drawing/2014/main" val="2883817868"/>
                    </a:ext>
                  </a:extLst>
                </a:gridCol>
                <a:gridCol w="479238">
                  <a:extLst>
                    <a:ext uri="{9D8B030D-6E8A-4147-A177-3AD203B41FA5}">
                      <a16:colId xmlns:a16="http://schemas.microsoft.com/office/drawing/2014/main" val="1098871206"/>
                    </a:ext>
                  </a:extLst>
                </a:gridCol>
                <a:gridCol w="479238">
                  <a:extLst>
                    <a:ext uri="{9D8B030D-6E8A-4147-A177-3AD203B41FA5}">
                      <a16:colId xmlns:a16="http://schemas.microsoft.com/office/drawing/2014/main" val="1618662443"/>
                    </a:ext>
                  </a:extLst>
                </a:gridCol>
                <a:gridCol w="479238">
                  <a:extLst>
                    <a:ext uri="{9D8B030D-6E8A-4147-A177-3AD203B41FA5}">
                      <a16:colId xmlns:a16="http://schemas.microsoft.com/office/drawing/2014/main" val="837728355"/>
                    </a:ext>
                  </a:extLst>
                </a:gridCol>
                <a:gridCol w="479238">
                  <a:extLst>
                    <a:ext uri="{9D8B030D-6E8A-4147-A177-3AD203B41FA5}">
                      <a16:colId xmlns:a16="http://schemas.microsoft.com/office/drawing/2014/main" val="542152346"/>
                    </a:ext>
                  </a:extLst>
                </a:gridCol>
                <a:gridCol w="479238">
                  <a:extLst>
                    <a:ext uri="{9D8B030D-6E8A-4147-A177-3AD203B41FA5}">
                      <a16:colId xmlns:a16="http://schemas.microsoft.com/office/drawing/2014/main" val="3841562470"/>
                    </a:ext>
                  </a:extLst>
                </a:gridCol>
                <a:gridCol w="479238">
                  <a:extLst>
                    <a:ext uri="{9D8B030D-6E8A-4147-A177-3AD203B41FA5}">
                      <a16:colId xmlns:a16="http://schemas.microsoft.com/office/drawing/2014/main" val="4010107645"/>
                    </a:ext>
                  </a:extLst>
                </a:gridCol>
                <a:gridCol w="479238">
                  <a:extLst>
                    <a:ext uri="{9D8B030D-6E8A-4147-A177-3AD203B41FA5}">
                      <a16:colId xmlns:a16="http://schemas.microsoft.com/office/drawing/2014/main" val="670779676"/>
                    </a:ext>
                  </a:extLst>
                </a:gridCol>
                <a:gridCol w="479238">
                  <a:extLst>
                    <a:ext uri="{9D8B030D-6E8A-4147-A177-3AD203B41FA5}">
                      <a16:colId xmlns:a16="http://schemas.microsoft.com/office/drawing/2014/main" val="2229533285"/>
                    </a:ext>
                  </a:extLst>
                </a:gridCol>
                <a:gridCol w="479238">
                  <a:extLst>
                    <a:ext uri="{9D8B030D-6E8A-4147-A177-3AD203B41FA5}">
                      <a16:colId xmlns:a16="http://schemas.microsoft.com/office/drawing/2014/main" val="1730743074"/>
                    </a:ext>
                  </a:extLst>
                </a:gridCol>
              </a:tblGrid>
              <a:tr h="0">
                <a:tc>
                  <a:txBody>
                    <a:bodyPr/>
                    <a:lstStyle/>
                    <a:p>
                      <a:pPr algn="ctr"/>
                      <a:endParaRPr lang="en-US" b="1" i="0" u="none" dirty="0"/>
                    </a:p>
                  </a:txBody>
                  <a:tcPr>
                    <a:solidFill>
                      <a:srgbClr val="C0504D"/>
                    </a:solidFill>
                  </a:tcPr>
                </a:tc>
                <a:tc>
                  <a:txBody>
                    <a:bodyPr/>
                    <a:lstStyle/>
                    <a:p>
                      <a:pPr algn="ctr"/>
                      <a:r>
                        <a:rPr lang="en-US" sz="1200" b="1" u="none" dirty="0"/>
                        <a:t>RES</a:t>
                      </a:r>
                      <a:endParaRPr lang="en-US" sz="1200" b="1" i="0" u="none" dirty="0"/>
                    </a:p>
                  </a:txBody>
                  <a:tcPr/>
                </a:tc>
                <a:tc>
                  <a:txBody>
                    <a:bodyPr/>
                    <a:lstStyle/>
                    <a:p>
                      <a:pPr algn="ctr"/>
                      <a:r>
                        <a:rPr lang="en-US" sz="1200" b="1" u="none" dirty="0"/>
                        <a:t>DUR</a:t>
                      </a:r>
                      <a:endParaRPr lang="en-US" sz="1200" b="1" i="0" u="none" dirty="0"/>
                    </a:p>
                  </a:txBody>
                  <a:tcPr/>
                </a:tc>
                <a:tc>
                  <a:txBody>
                    <a:bodyPr/>
                    <a:lstStyle/>
                    <a:p>
                      <a:pPr algn="ctr"/>
                      <a:r>
                        <a:rPr lang="en-US" sz="1200" b="1" u="none" dirty="0"/>
                        <a:t>ES</a:t>
                      </a:r>
                      <a:endParaRPr lang="en-US" sz="1200" b="1" i="0" u="none" dirty="0"/>
                    </a:p>
                  </a:txBody>
                  <a:tcPr/>
                </a:tc>
                <a:tc>
                  <a:txBody>
                    <a:bodyPr/>
                    <a:lstStyle/>
                    <a:p>
                      <a:pPr algn="ctr"/>
                      <a:r>
                        <a:rPr lang="en-US" sz="1200" b="1" u="none" dirty="0"/>
                        <a:t>LF</a:t>
                      </a:r>
                      <a:endParaRPr lang="en-US" sz="1200" b="1" i="0" u="none" dirty="0"/>
                    </a:p>
                  </a:txBody>
                  <a:tcPr/>
                </a:tc>
                <a:tc>
                  <a:txBody>
                    <a:bodyPr/>
                    <a:lstStyle/>
                    <a:p>
                      <a:pPr algn="ctr"/>
                      <a:r>
                        <a:rPr lang="en-US" sz="1200" b="1" u="none" dirty="0"/>
                        <a:t>SL</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r>
                        <a:rPr lang="en-US" sz="1200" b="1" u="none" dirty="0"/>
                        <a:t>1</a:t>
                      </a:r>
                      <a:endParaRPr lang="en-US" sz="1200" b="1" i="0" u="none" dirty="0"/>
                    </a:p>
                  </a:txBody>
                  <a:tcPr/>
                </a:tc>
                <a:tc>
                  <a:txBody>
                    <a:bodyPr/>
                    <a:lstStyle/>
                    <a:p>
                      <a:pPr algn="ctr"/>
                      <a:r>
                        <a:rPr lang="en-US" sz="1200" b="1" u="none" dirty="0"/>
                        <a:t>2</a:t>
                      </a:r>
                      <a:endParaRPr lang="en-US" sz="1200" b="1" i="0" u="none" dirty="0"/>
                    </a:p>
                  </a:txBody>
                  <a:tcPr/>
                </a:tc>
                <a:tc>
                  <a:txBody>
                    <a:bodyPr/>
                    <a:lstStyle/>
                    <a:p>
                      <a:pPr algn="ctr"/>
                      <a:r>
                        <a:rPr lang="en-US" sz="1200" b="1" u="none" dirty="0"/>
                        <a:t>3</a:t>
                      </a:r>
                      <a:endParaRPr lang="en-US" sz="1200" b="1" i="0" u="none" dirty="0"/>
                    </a:p>
                  </a:txBody>
                  <a:tcPr/>
                </a:tc>
                <a:tc>
                  <a:txBody>
                    <a:bodyPr/>
                    <a:lstStyle/>
                    <a:p>
                      <a:pPr algn="ctr"/>
                      <a:r>
                        <a:rPr lang="en-US" sz="1200" b="1" u="none" dirty="0"/>
                        <a:t>4</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6</a:t>
                      </a:r>
                      <a:endParaRPr lang="en-US" sz="1200" b="1" i="0" u="none" dirty="0"/>
                    </a:p>
                  </a:txBody>
                  <a:tcPr/>
                </a:tc>
                <a:tc>
                  <a:txBody>
                    <a:bodyPr/>
                    <a:lstStyle/>
                    <a:p>
                      <a:pPr algn="ctr"/>
                      <a:r>
                        <a:rPr lang="en-US" sz="1200" b="1" u="none" dirty="0"/>
                        <a:t>7</a:t>
                      </a:r>
                      <a:endParaRPr lang="en-US" sz="1200" b="1" i="0" u="none" dirty="0"/>
                    </a:p>
                  </a:txBody>
                  <a:tcPr/>
                </a:tc>
                <a:tc>
                  <a:txBody>
                    <a:bodyPr/>
                    <a:lstStyle/>
                    <a:p>
                      <a:pPr algn="ctr"/>
                      <a:r>
                        <a:rPr lang="en-US" sz="1200" b="1" u="none" dirty="0"/>
                        <a:t>8</a:t>
                      </a:r>
                      <a:endParaRPr lang="en-US" sz="1200" b="1" i="0" u="none" dirty="0"/>
                    </a:p>
                  </a:txBody>
                  <a:tcPr/>
                </a:tc>
                <a:tc>
                  <a:txBody>
                    <a:bodyPr/>
                    <a:lstStyle/>
                    <a:p>
                      <a:pPr algn="ctr"/>
                      <a:r>
                        <a:rPr lang="en-US" sz="1200" b="1" u="none" dirty="0"/>
                        <a:t>9</a:t>
                      </a:r>
                      <a:endParaRPr lang="en-US" sz="1200" b="1" i="0" u="none" dirty="0"/>
                    </a:p>
                  </a:txBody>
                  <a:tcPr/>
                </a:tc>
                <a:tc>
                  <a:txBody>
                    <a:bodyPr/>
                    <a:lstStyle/>
                    <a:p>
                      <a:pPr algn="ctr"/>
                      <a:r>
                        <a:rPr lang="en-US" sz="1200" b="1" u="none" dirty="0"/>
                        <a:t>10</a:t>
                      </a:r>
                      <a:endParaRPr lang="en-US" sz="1200" b="1" i="0" u="none" dirty="0"/>
                    </a:p>
                  </a:txBody>
                  <a:tcPr/>
                </a:tc>
                <a:tc>
                  <a:txBody>
                    <a:bodyPr/>
                    <a:lstStyle/>
                    <a:p>
                      <a:pPr algn="ctr"/>
                      <a:r>
                        <a:rPr lang="en-US" sz="1200" b="1" u="none" dirty="0"/>
                        <a:t>11</a:t>
                      </a:r>
                      <a:endParaRPr lang="en-US" sz="1200" b="1" i="0" u="none" dirty="0"/>
                    </a:p>
                  </a:txBody>
                  <a:tcPr/>
                </a:tc>
                <a:extLst>
                  <a:ext uri="{0D108BD9-81ED-4DB2-BD59-A6C34878D82A}">
                    <a16:rowId xmlns:a16="http://schemas.microsoft.com/office/drawing/2014/main" val="122826709"/>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A</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2</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extLst>
                  <a:ext uri="{0D108BD9-81ED-4DB2-BD59-A6C34878D82A}">
                    <a16:rowId xmlns:a16="http://schemas.microsoft.com/office/drawing/2014/main" val="870922491"/>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B</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1</a:t>
                      </a:r>
                      <a:endParaRPr lang="en-US" sz="1200" b="1" i="0" u="none" dirty="0"/>
                    </a:p>
                  </a:txBody>
                  <a:tcPr/>
                </a:tc>
                <a:tc>
                  <a:txBody>
                    <a:bodyPr/>
                    <a:lstStyle/>
                    <a:p>
                      <a:pPr algn="ctr"/>
                      <a:r>
                        <a:rPr lang="en-US" sz="1200" b="1" u="none" dirty="0"/>
                        <a:t>2</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8</a:t>
                      </a:r>
                      <a:endParaRPr lang="en-US" sz="1200" b="1" i="0" u="none" dirty="0"/>
                    </a:p>
                  </a:txBody>
                  <a:tcPr/>
                </a:tc>
                <a:tc>
                  <a:txBody>
                    <a:bodyPr/>
                    <a:lstStyle/>
                    <a:p>
                      <a:pPr algn="ctr"/>
                      <a:r>
                        <a:rPr lang="en-US" sz="1200" b="1" u="none" dirty="0"/>
                        <a:t>1</a:t>
                      </a:r>
                      <a:endParaRPr lang="en-US" sz="1200" b="1" i="0" u="none" dirty="0"/>
                    </a:p>
                  </a:txBody>
                  <a:tcPr/>
                </a:tc>
                <a:tc>
                  <a:txBody>
                    <a:bodyPr/>
                    <a:lstStyle/>
                    <a:p>
                      <a:pPr algn="ctr"/>
                      <a:endParaRPr lang="en-US" sz="1200" b="1" i="0" u="none" dirty="0"/>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extLst>
                  <a:ext uri="{0D108BD9-81ED-4DB2-BD59-A6C34878D82A}">
                    <a16:rowId xmlns:a16="http://schemas.microsoft.com/office/drawing/2014/main" val="3309397139"/>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C</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1</a:t>
                      </a:r>
                      <a:endParaRPr lang="en-US" sz="1200" b="1" i="0" u="none" dirty="0"/>
                    </a:p>
                  </a:txBody>
                  <a:tcPr/>
                </a:tc>
                <a:tc>
                  <a:txBody>
                    <a:bodyPr/>
                    <a:lstStyle/>
                    <a:p>
                      <a:pPr algn="ctr"/>
                      <a:r>
                        <a:rPr lang="en-US" sz="1200" b="1" u="none" dirty="0"/>
                        <a:t>3</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8</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extLst>
                  <a:ext uri="{0D108BD9-81ED-4DB2-BD59-A6C34878D82A}">
                    <a16:rowId xmlns:a16="http://schemas.microsoft.com/office/drawing/2014/main" val="1081733265"/>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D</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1</a:t>
                      </a:r>
                      <a:endParaRPr lang="en-US" sz="1200" b="1" i="0" u="none" dirty="0"/>
                    </a:p>
                  </a:txBody>
                  <a:tcPr/>
                </a:tc>
                <a:tc>
                  <a:txBody>
                    <a:bodyPr/>
                    <a:lstStyle/>
                    <a:p>
                      <a:pPr algn="ctr"/>
                      <a:r>
                        <a:rPr lang="en-US" sz="1200" b="1" u="none" dirty="0"/>
                        <a:t>2</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8</a:t>
                      </a:r>
                      <a:endParaRPr lang="en-US" sz="1200" b="1" i="0" u="none" dirty="0"/>
                    </a:p>
                  </a:txBody>
                  <a:tcPr/>
                </a:tc>
                <a:tc>
                  <a:txBody>
                    <a:bodyPr/>
                    <a:lstStyle/>
                    <a:p>
                      <a:pPr algn="ctr"/>
                      <a:r>
                        <a:rPr lang="en-US" sz="1200" b="1" u="none" dirty="0"/>
                        <a:t>1</a:t>
                      </a: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tc>
                  <a:txBody>
                    <a:bodyPr/>
                    <a:lstStyle/>
                    <a:p>
                      <a:pPr algn="ctr"/>
                      <a:endParaRPr lang="en-US" sz="1200" b="1" i="0" u="none" dirty="0"/>
                    </a:p>
                  </a:txBody>
                  <a:tcPr>
                    <a:solidFill>
                      <a:srgbClr val="FFFFFF"/>
                    </a:solidFill>
                  </a:tcPr>
                </a:tc>
                <a:tc>
                  <a:txBody>
                    <a:bodyPr/>
                    <a:lstStyle/>
                    <a:p>
                      <a:pPr algn="ctr"/>
                      <a:endParaRPr lang="en-US" sz="1200" b="1" i="0" u="none" dirty="0"/>
                    </a:p>
                  </a:txBody>
                  <a:tcPr>
                    <a:solidFill>
                      <a:srgbClr val="FFFFFF"/>
                    </a:solidFill>
                  </a:tcPr>
                </a:tc>
                <a:extLst>
                  <a:ext uri="{0D108BD9-81ED-4DB2-BD59-A6C34878D82A}">
                    <a16:rowId xmlns:a16="http://schemas.microsoft.com/office/drawing/2014/main" val="1772213066"/>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E</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1</a:t>
                      </a:r>
                      <a:endParaRPr lang="en-US" sz="1200" b="1" i="0" u="none" dirty="0"/>
                    </a:p>
                  </a:txBody>
                  <a:tcPr/>
                </a:tc>
                <a:tc>
                  <a:txBody>
                    <a:bodyPr/>
                    <a:lstStyle/>
                    <a:p>
                      <a:pPr algn="ctr"/>
                      <a:r>
                        <a:rPr lang="en-US" sz="1200" b="1" u="none" dirty="0"/>
                        <a:t>1</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10</a:t>
                      </a:r>
                      <a:endParaRPr lang="en-US" sz="1200" b="1" i="0" u="none" dirty="0"/>
                    </a:p>
                  </a:txBody>
                  <a:tcPr/>
                </a:tc>
                <a:tc>
                  <a:txBody>
                    <a:bodyPr/>
                    <a:lstStyle/>
                    <a:p>
                      <a:pPr algn="ctr"/>
                      <a:r>
                        <a:rPr lang="en-US" sz="1200" b="1" u="none" dirty="0"/>
                        <a:t>4</a:t>
                      </a: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endParaRPr lang="en-US" sz="1200" b="1" i="0" u="none"/>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extLst>
                  <a:ext uri="{0D108BD9-81ED-4DB2-BD59-A6C34878D82A}">
                    <a16:rowId xmlns:a16="http://schemas.microsoft.com/office/drawing/2014/main" val="628759083"/>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F</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1</a:t>
                      </a:r>
                      <a:endParaRPr lang="en-US" sz="1200" b="1" i="0" u="none" dirty="0"/>
                    </a:p>
                  </a:txBody>
                  <a:tcPr/>
                </a:tc>
                <a:tc>
                  <a:txBody>
                    <a:bodyPr/>
                    <a:lstStyle/>
                    <a:p>
                      <a:pPr algn="ctr"/>
                      <a:r>
                        <a:rPr lang="en-US" sz="1200" b="1" u="none" dirty="0"/>
                        <a:t>1</a:t>
                      </a:r>
                      <a:endParaRPr lang="en-US" sz="1200" b="1" i="0" u="none" dirty="0"/>
                    </a:p>
                  </a:txBody>
                  <a:tcPr/>
                </a:tc>
                <a:tc>
                  <a:txBody>
                    <a:bodyPr/>
                    <a:lstStyle/>
                    <a:p>
                      <a:pPr algn="ctr"/>
                      <a:r>
                        <a:rPr lang="en-US" sz="1200" b="1" u="none" dirty="0"/>
                        <a:t>5</a:t>
                      </a:r>
                      <a:endParaRPr lang="en-US" sz="1200" b="1" i="0" u="none" dirty="0"/>
                    </a:p>
                  </a:txBody>
                  <a:tcPr/>
                </a:tc>
                <a:tc>
                  <a:txBody>
                    <a:bodyPr/>
                    <a:lstStyle/>
                    <a:p>
                      <a:pPr algn="ctr"/>
                      <a:r>
                        <a:rPr lang="en-US" sz="1200" b="1" u="none" dirty="0"/>
                        <a:t>10</a:t>
                      </a:r>
                      <a:endParaRPr lang="en-US" sz="1200" b="1" i="0" u="none" dirty="0"/>
                    </a:p>
                  </a:txBody>
                  <a:tcPr/>
                </a:tc>
                <a:tc>
                  <a:txBody>
                    <a:bodyPr/>
                    <a:lstStyle/>
                    <a:p>
                      <a:pPr algn="ctr"/>
                      <a:r>
                        <a:rPr lang="en-US" sz="1200" b="1" u="none" dirty="0"/>
                        <a:t>4</a:t>
                      </a: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r>
                        <a:rPr lang="en-US" sz="1200" b="1" u="none" dirty="0"/>
                        <a:t>1</a:t>
                      </a:r>
                      <a:endParaRPr lang="en-US" sz="1200" b="1" i="0" u="none" dirty="0"/>
                    </a:p>
                  </a:txBody>
                  <a:tcPr>
                    <a:solidFill>
                      <a:schemeClr val="bg1">
                        <a:lumMod val="50000"/>
                      </a:schemeClr>
                    </a:solidFill>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solidFill>
                      <a:srgbClr val="FFFFFF"/>
                    </a:solidFill>
                  </a:tcPr>
                </a:tc>
                <a:extLst>
                  <a:ext uri="{0D108BD9-81ED-4DB2-BD59-A6C34878D82A}">
                    <a16:rowId xmlns:a16="http://schemas.microsoft.com/office/drawing/2014/main" val="537028380"/>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G</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3</a:t>
                      </a:r>
                      <a:endParaRPr lang="en-US" sz="1200" b="1" i="0" u="none" dirty="0"/>
                    </a:p>
                  </a:txBody>
                  <a:tcPr/>
                </a:tc>
                <a:tc>
                  <a:txBody>
                    <a:bodyPr/>
                    <a:lstStyle/>
                    <a:p>
                      <a:pPr algn="ctr"/>
                      <a:r>
                        <a:rPr lang="en-US" sz="1200" b="1" u="none" dirty="0"/>
                        <a:t>2</a:t>
                      </a:r>
                      <a:endParaRPr lang="en-US" sz="1200" b="1" i="0" u="none" dirty="0"/>
                    </a:p>
                  </a:txBody>
                  <a:tcPr/>
                </a:tc>
                <a:tc>
                  <a:txBody>
                    <a:bodyPr/>
                    <a:lstStyle/>
                    <a:p>
                      <a:pPr algn="ctr"/>
                      <a:r>
                        <a:rPr lang="en-US" sz="1200" b="1" u="none" dirty="0"/>
                        <a:t>8</a:t>
                      </a:r>
                      <a:endParaRPr lang="en-US" sz="1200" b="1" i="0" u="none" dirty="0"/>
                    </a:p>
                  </a:txBody>
                  <a:tcPr/>
                </a:tc>
                <a:tc>
                  <a:txBody>
                    <a:bodyPr/>
                    <a:lstStyle/>
                    <a:p>
                      <a:pPr algn="ctr"/>
                      <a:r>
                        <a:rPr lang="en-US" sz="1200" b="1" u="none" dirty="0"/>
                        <a:t>10</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endParaRPr lang="en-US" sz="1200" b="1" i="0" u="none" dirty="0"/>
                    </a:p>
                  </a:txBody>
                  <a:tcPr/>
                </a:tc>
                <a:tc>
                  <a:txBody>
                    <a:bodyPr/>
                    <a:lstStyle/>
                    <a:p>
                      <a:pPr algn="ctr"/>
                      <a:r>
                        <a:rPr lang="en-US" sz="1200" b="1" u="none" dirty="0"/>
                        <a:t>3</a:t>
                      </a:r>
                      <a:endParaRPr lang="en-US" sz="1200" b="1" i="0" u="none" dirty="0"/>
                    </a:p>
                  </a:txBody>
                  <a:tcPr>
                    <a:solidFill>
                      <a:schemeClr val="bg1">
                        <a:lumMod val="50000"/>
                      </a:schemeClr>
                    </a:solidFill>
                  </a:tcPr>
                </a:tc>
                <a:tc>
                  <a:txBody>
                    <a:bodyPr/>
                    <a:lstStyle/>
                    <a:p>
                      <a:pPr algn="ctr"/>
                      <a:r>
                        <a:rPr lang="en-US" sz="1200" b="1" u="none" dirty="0"/>
                        <a:t>3</a:t>
                      </a:r>
                      <a:endParaRPr lang="en-US" sz="1200" b="1" i="0" u="none" dirty="0"/>
                    </a:p>
                  </a:txBody>
                  <a:tcPr>
                    <a:solidFill>
                      <a:schemeClr val="bg1">
                        <a:lumMod val="50000"/>
                      </a:schemeClr>
                    </a:solidFill>
                  </a:tcPr>
                </a:tc>
                <a:tc>
                  <a:txBody>
                    <a:bodyPr/>
                    <a:lstStyle/>
                    <a:p>
                      <a:pPr algn="ctr"/>
                      <a:endParaRPr lang="en-US" sz="1200" b="1" i="0" u="none" dirty="0"/>
                    </a:p>
                  </a:txBody>
                  <a:tcPr/>
                </a:tc>
                <a:tc>
                  <a:txBody>
                    <a:bodyPr/>
                    <a:lstStyle/>
                    <a:p>
                      <a:pPr algn="ctr"/>
                      <a:endParaRPr lang="en-US" sz="1200" b="1" i="0" u="none" dirty="0"/>
                    </a:p>
                  </a:txBody>
                  <a:tcPr/>
                </a:tc>
                <a:extLst>
                  <a:ext uri="{0D108BD9-81ED-4DB2-BD59-A6C34878D82A}">
                    <a16:rowId xmlns:a16="http://schemas.microsoft.com/office/drawing/2014/main" val="3108703265"/>
                  </a:ext>
                </a:extLst>
              </a:tr>
              <a:tr h="238699">
                <a:tc>
                  <a:txBody>
                    <a:bodyPr/>
                    <a:lstStyle/>
                    <a:p>
                      <a:pPr algn="ctr"/>
                      <a:r>
                        <a:rPr lang="en-US" sz="1400" b="1" u="none" dirty="0">
                          <a:solidFill>
                            <a:schemeClr val="bg1"/>
                          </a:solidFill>
                          <a:effectLst>
                            <a:outerShdw blurRad="38100" dist="38100" dir="2700000" algn="tl">
                              <a:srgbClr val="000000">
                                <a:alpha val="43137"/>
                              </a:srgbClr>
                            </a:outerShdw>
                          </a:effectLst>
                        </a:rPr>
                        <a:t>H</a:t>
                      </a:r>
                      <a:endParaRPr lang="en-US" sz="1400" b="1" i="0" u="none" dirty="0">
                        <a:solidFill>
                          <a:schemeClr val="bg1"/>
                        </a:solidFill>
                        <a:effectLst>
                          <a:outerShdw blurRad="38100" dist="38100" dir="2700000" algn="tl">
                            <a:srgbClr val="000000">
                              <a:alpha val="43137"/>
                            </a:srgbClr>
                          </a:outerShdw>
                        </a:effectLst>
                      </a:endParaRPr>
                    </a:p>
                  </a:txBody>
                  <a:tcPr>
                    <a:solidFill>
                      <a:srgbClr val="C0504D"/>
                    </a:solidFill>
                  </a:tcPr>
                </a:tc>
                <a:tc>
                  <a:txBody>
                    <a:bodyPr/>
                    <a:lstStyle/>
                    <a:p>
                      <a:pPr algn="ctr"/>
                      <a:r>
                        <a:rPr lang="en-US" sz="1200" b="1" u="none" dirty="0"/>
                        <a:t>2</a:t>
                      </a:r>
                      <a:endParaRPr lang="en-US" sz="1200" b="1" i="0" u="none" dirty="0"/>
                    </a:p>
                  </a:txBody>
                  <a:tcPr/>
                </a:tc>
                <a:tc>
                  <a:txBody>
                    <a:bodyPr/>
                    <a:lstStyle/>
                    <a:p>
                      <a:pPr algn="ctr"/>
                      <a:r>
                        <a:rPr lang="en-US" sz="1200" b="1" u="none" dirty="0"/>
                        <a:t>2</a:t>
                      </a:r>
                      <a:endParaRPr lang="en-US" sz="1200" b="1" i="0" u="none" dirty="0"/>
                    </a:p>
                  </a:txBody>
                  <a:tcPr/>
                </a:tc>
                <a:tc>
                  <a:txBody>
                    <a:bodyPr/>
                    <a:lstStyle/>
                    <a:p>
                      <a:pPr algn="ctr"/>
                      <a:r>
                        <a:rPr lang="en-US" sz="1200" b="1" u="none" dirty="0"/>
                        <a:t>10</a:t>
                      </a:r>
                      <a:endParaRPr lang="en-US" sz="1200" b="1" i="0" u="none" dirty="0"/>
                    </a:p>
                  </a:txBody>
                  <a:tcPr/>
                </a:tc>
                <a:tc>
                  <a:txBody>
                    <a:bodyPr/>
                    <a:lstStyle/>
                    <a:p>
                      <a:pPr algn="ctr"/>
                      <a:r>
                        <a:rPr lang="en-US" sz="1200" b="1" u="none" dirty="0"/>
                        <a:t>12</a:t>
                      </a:r>
                      <a:endParaRPr lang="en-US" sz="1200" b="1" i="0" u="none" dirty="0"/>
                    </a:p>
                  </a:txBody>
                  <a:tcPr/>
                </a:tc>
                <a:tc>
                  <a:txBody>
                    <a:bodyPr/>
                    <a:lstStyle/>
                    <a:p>
                      <a:pPr algn="ctr"/>
                      <a:r>
                        <a:rPr lang="en-US" sz="1200" b="1" u="none" dirty="0"/>
                        <a:t>0</a:t>
                      </a:r>
                      <a:endParaRPr lang="en-US" sz="1200" b="1" i="0" u="none" dirty="0"/>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a:p>
                  </a:txBody>
                  <a:tcPr/>
                </a:tc>
                <a:tc>
                  <a:txBody>
                    <a:bodyPr/>
                    <a:lstStyle/>
                    <a:p>
                      <a:pPr algn="ctr"/>
                      <a:endParaRPr lang="en-US" sz="1200" b="1" i="0" u="none" dirty="0"/>
                    </a:p>
                  </a:txBody>
                  <a:tcPr/>
                </a:tc>
                <a:tc>
                  <a:txBody>
                    <a:bodyPr/>
                    <a:lstStyle/>
                    <a:p>
                      <a:pPr algn="ctr"/>
                      <a:r>
                        <a:rPr lang="en-US" sz="1200" b="1" u="none" dirty="0"/>
                        <a:t>2</a:t>
                      </a:r>
                      <a:endParaRPr lang="en-US" sz="1200" b="1" i="0" u="none" dirty="0"/>
                    </a:p>
                  </a:txBody>
                  <a:tcPr>
                    <a:solidFill>
                      <a:schemeClr val="bg1">
                        <a:lumMod val="50000"/>
                      </a:schemeClr>
                    </a:solidFill>
                  </a:tcPr>
                </a:tc>
                <a:tc>
                  <a:txBody>
                    <a:bodyPr/>
                    <a:lstStyle/>
                    <a:p>
                      <a:pPr algn="ctr"/>
                      <a:r>
                        <a:rPr lang="en-US" sz="1200" b="1" u="none" dirty="0"/>
                        <a:t>2</a:t>
                      </a:r>
                      <a:endParaRPr lang="en-US" sz="1200" b="1" i="0" u="none" dirty="0"/>
                    </a:p>
                  </a:txBody>
                  <a:tcPr>
                    <a:solidFill>
                      <a:schemeClr val="bg1">
                        <a:lumMod val="50000"/>
                      </a:schemeClr>
                    </a:solidFill>
                  </a:tcPr>
                </a:tc>
                <a:extLst>
                  <a:ext uri="{0D108BD9-81ED-4DB2-BD59-A6C34878D82A}">
                    <a16:rowId xmlns:a16="http://schemas.microsoft.com/office/drawing/2014/main" val="1290888274"/>
                  </a:ext>
                </a:extLst>
              </a:tr>
            </a:tbl>
          </a:graphicData>
        </a:graphic>
      </p:graphicFrame>
      <p:graphicFrame>
        <p:nvGraphicFramePr>
          <p:cNvPr id="6" name="Table 6">
            <a:extLst>
              <a:ext uri="{FF2B5EF4-FFF2-40B4-BE49-F238E27FC236}">
                <a16:creationId xmlns:a16="http://schemas.microsoft.com/office/drawing/2014/main" id="{178BD9DE-47DC-41BC-A31E-C60A30678208}"/>
              </a:ext>
            </a:extLst>
          </p:cNvPr>
          <p:cNvGraphicFramePr>
            <a:graphicFrameLocks noGrp="1"/>
          </p:cNvGraphicFramePr>
          <p:nvPr>
            <p:extLst>
              <p:ext uri="{D42A27DB-BD31-4B8C-83A1-F6EECF244321}">
                <p14:modId xmlns:p14="http://schemas.microsoft.com/office/powerpoint/2010/main" val="3163002353"/>
              </p:ext>
            </p:extLst>
          </p:nvPr>
        </p:nvGraphicFramePr>
        <p:xfrm>
          <a:off x="208434" y="4075009"/>
          <a:ext cx="8626280" cy="630616"/>
        </p:xfrm>
        <a:graphic>
          <a:graphicData uri="http://schemas.openxmlformats.org/drawingml/2006/table">
            <a:tbl>
              <a:tblPr firstRow="1" bandRow="1">
                <a:tableStyleId>{85BE263C-DBD7-4A20-BB59-AAB30ACAA65A}</a:tableStyleId>
              </a:tblPr>
              <a:tblGrid>
                <a:gridCol w="2877670">
                  <a:extLst>
                    <a:ext uri="{9D8B030D-6E8A-4147-A177-3AD203B41FA5}">
                      <a16:colId xmlns:a16="http://schemas.microsoft.com/office/drawing/2014/main" val="476141319"/>
                    </a:ext>
                  </a:extLst>
                </a:gridCol>
                <a:gridCol w="470647">
                  <a:extLst>
                    <a:ext uri="{9D8B030D-6E8A-4147-A177-3AD203B41FA5}">
                      <a16:colId xmlns:a16="http://schemas.microsoft.com/office/drawing/2014/main" val="3143464687"/>
                    </a:ext>
                  </a:extLst>
                </a:gridCol>
                <a:gridCol w="484094">
                  <a:extLst>
                    <a:ext uri="{9D8B030D-6E8A-4147-A177-3AD203B41FA5}">
                      <a16:colId xmlns:a16="http://schemas.microsoft.com/office/drawing/2014/main" val="1936488419"/>
                    </a:ext>
                  </a:extLst>
                </a:gridCol>
                <a:gridCol w="484094">
                  <a:extLst>
                    <a:ext uri="{9D8B030D-6E8A-4147-A177-3AD203B41FA5}">
                      <a16:colId xmlns:a16="http://schemas.microsoft.com/office/drawing/2014/main" val="2428815715"/>
                    </a:ext>
                  </a:extLst>
                </a:gridCol>
                <a:gridCol w="470647">
                  <a:extLst>
                    <a:ext uri="{9D8B030D-6E8A-4147-A177-3AD203B41FA5}">
                      <a16:colId xmlns:a16="http://schemas.microsoft.com/office/drawing/2014/main" val="2394248944"/>
                    </a:ext>
                  </a:extLst>
                </a:gridCol>
                <a:gridCol w="490818">
                  <a:extLst>
                    <a:ext uri="{9D8B030D-6E8A-4147-A177-3AD203B41FA5}">
                      <a16:colId xmlns:a16="http://schemas.microsoft.com/office/drawing/2014/main" val="3246510138"/>
                    </a:ext>
                  </a:extLst>
                </a:gridCol>
                <a:gridCol w="477371">
                  <a:extLst>
                    <a:ext uri="{9D8B030D-6E8A-4147-A177-3AD203B41FA5}">
                      <a16:colId xmlns:a16="http://schemas.microsoft.com/office/drawing/2014/main" val="167475718"/>
                    </a:ext>
                  </a:extLst>
                </a:gridCol>
                <a:gridCol w="477370">
                  <a:extLst>
                    <a:ext uri="{9D8B030D-6E8A-4147-A177-3AD203B41FA5}">
                      <a16:colId xmlns:a16="http://schemas.microsoft.com/office/drawing/2014/main" val="4195507507"/>
                    </a:ext>
                  </a:extLst>
                </a:gridCol>
                <a:gridCol w="477371">
                  <a:extLst>
                    <a:ext uri="{9D8B030D-6E8A-4147-A177-3AD203B41FA5}">
                      <a16:colId xmlns:a16="http://schemas.microsoft.com/office/drawing/2014/main" val="1962014118"/>
                    </a:ext>
                  </a:extLst>
                </a:gridCol>
                <a:gridCol w="470647">
                  <a:extLst>
                    <a:ext uri="{9D8B030D-6E8A-4147-A177-3AD203B41FA5}">
                      <a16:colId xmlns:a16="http://schemas.microsoft.com/office/drawing/2014/main" val="2389824798"/>
                    </a:ext>
                  </a:extLst>
                </a:gridCol>
                <a:gridCol w="484094">
                  <a:extLst>
                    <a:ext uri="{9D8B030D-6E8A-4147-A177-3AD203B41FA5}">
                      <a16:colId xmlns:a16="http://schemas.microsoft.com/office/drawing/2014/main" val="4157866350"/>
                    </a:ext>
                  </a:extLst>
                </a:gridCol>
                <a:gridCol w="484094">
                  <a:extLst>
                    <a:ext uri="{9D8B030D-6E8A-4147-A177-3AD203B41FA5}">
                      <a16:colId xmlns:a16="http://schemas.microsoft.com/office/drawing/2014/main" val="3389814243"/>
                    </a:ext>
                  </a:extLst>
                </a:gridCol>
                <a:gridCol w="477363">
                  <a:extLst>
                    <a:ext uri="{9D8B030D-6E8A-4147-A177-3AD203B41FA5}">
                      <a16:colId xmlns:a16="http://schemas.microsoft.com/office/drawing/2014/main" val="2701452319"/>
                    </a:ext>
                  </a:extLst>
                </a:gridCol>
              </a:tblGrid>
              <a:tr h="325816">
                <a:tc>
                  <a:txBody>
                    <a:bodyPr/>
                    <a:lstStyle/>
                    <a:p>
                      <a:pPr algn="ctr"/>
                      <a:r>
                        <a:rPr lang="en-US" sz="1200" dirty="0"/>
                        <a:t>Total Resource Load</a:t>
                      </a:r>
                    </a:p>
                  </a:txBody>
                  <a:tcPr/>
                </a:tc>
                <a:tc>
                  <a:txBody>
                    <a:bodyPr/>
                    <a:lstStyle/>
                    <a:p>
                      <a:pPr algn="ctr"/>
                      <a:r>
                        <a:rPr lang="en-US" sz="1200" b="1" dirty="0"/>
                        <a:t>2</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tc>
                  <a:txBody>
                    <a:bodyPr/>
                    <a:lstStyle/>
                    <a:p>
                      <a:pPr algn="ctr"/>
                      <a:r>
                        <a:rPr lang="en-US" sz="1200" b="1" dirty="0"/>
                        <a:t>5</a:t>
                      </a:r>
                    </a:p>
                  </a:txBody>
                  <a:tcPr>
                    <a:solidFill>
                      <a:schemeClr val="bg1">
                        <a:lumMod val="50000"/>
                      </a:schemeClr>
                    </a:solidFill>
                  </a:tcPr>
                </a:tc>
                <a:tc>
                  <a:txBody>
                    <a:bodyPr/>
                    <a:lstStyle/>
                    <a:p>
                      <a:pPr algn="ctr"/>
                      <a:r>
                        <a:rPr lang="en-US" sz="1200" b="1" dirty="0"/>
                        <a:t>3</a:t>
                      </a:r>
                    </a:p>
                  </a:txBody>
                  <a:tcPr>
                    <a:solidFill>
                      <a:schemeClr val="bg1">
                        <a:lumMod val="50000"/>
                      </a:schemeClr>
                    </a:solidFill>
                  </a:tcPr>
                </a:tc>
                <a:tc>
                  <a:txBody>
                    <a:bodyPr/>
                    <a:lstStyle/>
                    <a:p>
                      <a:pPr algn="ctr"/>
                      <a:r>
                        <a:rPr lang="en-US" sz="1200" b="1" dirty="0"/>
                        <a:t>1</a:t>
                      </a:r>
                    </a:p>
                  </a:txBody>
                  <a:tcPr>
                    <a:solidFill>
                      <a:schemeClr val="bg1">
                        <a:lumMod val="50000"/>
                      </a:schemeClr>
                    </a:solidFill>
                  </a:tcPr>
                </a:tc>
                <a:tc>
                  <a:txBody>
                    <a:bodyPr/>
                    <a:lstStyle/>
                    <a:p>
                      <a:pPr algn="ctr"/>
                      <a:r>
                        <a:rPr lang="en-US" sz="1200" b="1" dirty="0"/>
                        <a:t>3</a:t>
                      </a:r>
                    </a:p>
                  </a:txBody>
                  <a:tcPr>
                    <a:solidFill>
                      <a:schemeClr val="bg1">
                        <a:lumMod val="50000"/>
                      </a:schemeClr>
                    </a:solidFill>
                  </a:tcPr>
                </a:tc>
                <a:tc>
                  <a:txBody>
                    <a:bodyPr/>
                    <a:lstStyle/>
                    <a:p>
                      <a:pPr algn="ctr"/>
                      <a:r>
                        <a:rPr lang="en-US" sz="1200" b="1" dirty="0"/>
                        <a:t>3</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tc>
                  <a:txBody>
                    <a:bodyPr/>
                    <a:lstStyle/>
                    <a:p>
                      <a:pPr algn="ctr"/>
                      <a:r>
                        <a:rPr lang="en-US" sz="1200" b="1" dirty="0"/>
                        <a:t>2</a:t>
                      </a:r>
                    </a:p>
                  </a:txBody>
                  <a:tcPr>
                    <a:solidFill>
                      <a:schemeClr val="bg1">
                        <a:lumMod val="50000"/>
                      </a:schemeClr>
                    </a:solidFill>
                  </a:tcPr>
                </a:tc>
                <a:extLst>
                  <a:ext uri="{0D108BD9-81ED-4DB2-BD59-A6C34878D82A}">
                    <a16:rowId xmlns:a16="http://schemas.microsoft.com/office/drawing/2014/main" val="4237755978"/>
                  </a:ext>
                </a:extLst>
              </a:tr>
              <a:tr h="272028">
                <a:tc>
                  <a:txBody>
                    <a:bodyPr/>
                    <a:lstStyle/>
                    <a:p>
                      <a:pPr algn="ctr"/>
                      <a:r>
                        <a:rPr lang="en-US" sz="1200" b="1" dirty="0"/>
                        <a:t>Resource Available</a:t>
                      </a:r>
                    </a:p>
                  </a:txBody>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tc>
                  <a:txBody>
                    <a:bodyPr/>
                    <a:lstStyle/>
                    <a:p>
                      <a:pPr algn="ctr"/>
                      <a:r>
                        <a:rPr lang="en-US" sz="1400" b="1" dirty="0"/>
                        <a:t>5</a:t>
                      </a:r>
                    </a:p>
                  </a:txBody>
                  <a:tcPr>
                    <a:solidFill>
                      <a:srgbClr val="0AFAE3"/>
                    </a:solidFill>
                  </a:tcPr>
                </a:tc>
                <a:extLst>
                  <a:ext uri="{0D108BD9-81ED-4DB2-BD59-A6C34878D82A}">
                    <a16:rowId xmlns:a16="http://schemas.microsoft.com/office/drawing/2014/main" val="2482377150"/>
                  </a:ext>
                </a:extLst>
              </a:tr>
            </a:tbl>
          </a:graphicData>
        </a:graphic>
      </p:graphicFrame>
    </p:spTree>
    <p:extLst>
      <p:ext uri="{BB962C8B-B14F-4D97-AF65-F5344CB8AC3E}">
        <p14:creationId xmlns:p14="http://schemas.microsoft.com/office/powerpoint/2010/main" val="861577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C2E7781-09E8-4D9E-A4F5-9074380D780A}"/>
              </a:ext>
            </a:extLst>
          </p:cNvPr>
          <p:cNvGraphicFramePr>
            <a:graphicFrameLocks noGrp="1"/>
          </p:cNvGraphicFramePr>
          <p:nvPr>
            <p:extLst>
              <p:ext uri="{D42A27DB-BD31-4B8C-83A1-F6EECF244321}">
                <p14:modId xmlns:p14="http://schemas.microsoft.com/office/powerpoint/2010/main" val="2095421008"/>
              </p:ext>
            </p:extLst>
          </p:nvPr>
        </p:nvGraphicFramePr>
        <p:xfrm>
          <a:off x="983431" y="1727735"/>
          <a:ext cx="7177137" cy="3225240"/>
        </p:xfrm>
        <a:graphic>
          <a:graphicData uri="http://schemas.openxmlformats.org/drawingml/2006/table">
            <a:tbl>
              <a:tblPr firstRow="1" firstCol="1" bandRow="1">
                <a:tableStyleId>{21E4AEA4-8DFA-4A89-87EB-49C32662AFE0}</a:tableStyleId>
              </a:tblPr>
              <a:tblGrid>
                <a:gridCol w="677059">
                  <a:extLst>
                    <a:ext uri="{9D8B030D-6E8A-4147-A177-3AD203B41FA5}">
                      <a16:colId xmlns:a16="http://schemas.microsoft.com/office/drawing/2014/main" val="3080112491"/>
                    </a:ext>
                  </a:extLst>
                </a:gridCol>
                <a:gridCol w="508002">
                  <a:extLst>
                    <a:ext uri="{9D8B030D-6E8A-4147-A177-3AD203B41FA5}">
                      <a16:colId xmlns:a16="http://schemas.microsoft.com/office/drawing/2014/main" val="3598347779"/>
                    </a:ext>
                  </a:extLst>
                </a:gridCol>
                <a:gridCol w="475674">
                  <a:extLst>
                    <a:ext uri="{9D8B030D-6E8A-4147-A177-3AD203B41FA5}">
                      <a16:colId xmlns:a16="http://schemas.microsoft.com/office/drawing/2014/main" val="1664130469"/>
                    </a:ext>
                  </a:extLst>
                </a:gridCol>
                <a:gridCol w="508002">
                  <a:extLst>
                    <a:ext uri="{9D8B030D-6E8A-4147-A177-3AD203B41FA5}">
                      <a16:colId xmlns:a16="http://schemas.microsoft.com/office/drawing/2014/main" val="3662896259"/>
                    </a:ext>
                  </a:extLst>
                </a:gridCol>
                <a:gridCol w="508002">
                  <a:extLst>
                    <a:ext uri="{9D8B030D-6E8A-4147-A177-3AD203B41FA5}">
                      <a16:colId xmlns:a16="http://schemas.microsoft.com/office/drawing/2014/main" val="1636922397"/>
                    </a:ext>
                  </a:extLst>
                </a:gridCol>
                <a:gridCol w="508002">
                  <a:extLst>
                    <a:ext uri="{9D8B030D-6E8A-4147-A177-3AD203B41FA5}">
                      <a16:colId xmlns:a16="http://schemas.microsoft.com/office/drawing/2014/main" val="184151075"/>
                    </a:ext>
                  </a:extLst>
                </a:gridCol>
                <a:gridCol w="508002">
                  <a:extLst>
                    <a:ext uri="{9D8B030D-6E8A-4147-A177-3AD203B41FA5}">
                      <a16:colId xmlns:a16="http://schemas.microsoft.com/office/drawing/2014/main" val="742655759"/>
                    </a:ext>
                  </a:extLst>
                </a:gridCol>
                <a:gridCol w="508002">
                  <a:extLst>
                    <a:ext uri="{9D8B030D-6E8A-4147-A177-3AD203B41FA5}">
                      <a16:colId xmlns:a16="http://schemas.microsoft.com/office/drawing/2014/main" val="1251444021"/>
                    </a:ext>
                  </a:extLst>
                </a:gridCol>
                <a:gridCol w="508002">
                  <a:extLst>
                    <a:ext uri="{9D8B030D-6E8A-4147-A177-3AD203B41FA5}">
                      <a16:colId xmlns:a16="http://schemas.microsoft.com/office/drawing/2014/main" val="2154702902"/>
                    </a:ext>
                  </a:extLst>
                </a:gridCol>
                <a:gridCol w="508002">
                  <a:extLst>
                    <a:ext uri="{9D8B030D-6E8A-4147-A177-3AD203B41FA5}">
                      <a16:colId xmlns:a16="http://schemas.microsoft.com/office/drawing/2014/main" val="65547124"/>
                    </a:ext>
                  </a:extLst>
                </a:gridCol>
                <a:gridCol w="508002">
                  <a:extLst>
                    <a:ext uri="{9D8B030D-6E8A-4147-A177-3AD203B41FA5}">
                      <a16:colId xmlns:a16="http://schemas.microsoft.com/office/drawing/2014/main" val="1303614271"/>
                    </a:ext>
                  </a:extLst>
                </a:gridCol>
                <a:gridCol w="726193">
                  <a:extLst>
                    <a:ext uri="{9D8B030D-6E8A-4147-A177-3AD203B41FA5}">
                      <a16:colId xmlns:a16="http://schemas.microsoft.com/office/drawing/2014/main" val="1253116198"/>
                    </a:ext>
                  </a:extLst>
                </a:gridCol>
                <a:gridCol w="726193">
                  <a:extLst>
                    <a:ext uri="{9D8B030D-6E8A-4147-A177-3AD203B41FA5}">
                      <a16:colId xmlns:a16="http://schemas.microsoft.com/office/drawing/2014/main" val="1329062505"/>
                    </a:ext>
                  </a:extLst>
                </a:gridCol>
              </a:tblGrid>
              <a:tr h="312905">
                <a:tc>
                  <a:txBody>
                    <a:bodyPr/>
                    <a:lstStyle/>
                    <a:p>
                      <a:pPr marL="0" marR="0" algn="ctr">
                        <a:lnSpc>
                          <a:spcPct val="115000"/>
                        </a:lnSpc>
                        <a:spcBef>
                          <a:spcPts val="0"/>
                        </a:spcBef>
                        <a:spcAft>
                          <a:spcPts val="0"/>
                        </a:spcAft>
                        <a:tabLst>
                          <a:tab pos="116840" algn="l"/>
                          <a:tab pos="4057650" algn="ctr"/>
                        </a:tabLst>
                      </a:pPr>
                      <a:r>
                        <a:rPr lang="en-US" sz="1300" b="1" dirty="0">
                          <a:effectLst>
                            <a:outerShdw blurRad="38100" dist="38100" dir="2700000" algn="tl">
                              <a:srgbClr val="000000">
                                <a:alpha val="43137"/>
                              </a:srgbClr>
                            </a:outerShdw>
                          </a:effectLst>
                        </a:rPr>
                        <a:t>ID</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0</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1</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2</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3</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4</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5</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6</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7</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8</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9</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10</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11</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338225397"/>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A</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2949419697"/>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B</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 </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3910673894"/>
                  </a:ext>
                </a:extLst>
              </a:tr>
              <a:tr h="370002">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C</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 </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4240722016"/>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D</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1729324963"/>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E</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 </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3239775717"/>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F</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1235504822"/>
                  </a:ext>
                </a:extLst>
              </a:tr>
              <a:tr h="370002">
                <a:tc>
                  <a:txBody>
                    <a:bodyPr/>
                    <a:lstStyle/>
                    <a:p>
                      <a:pPr marL="0" marR="0" algn="ctr">
                        <a:lnSpc>
                          <a:spcPct val="115000"/>
                        </a:lnSpc>
                        <a:spcBef>
                          <a:spcPts val="0"/>
                        </a:spcBef>
                        <a:spcAft>
                          <a:spcPts val="0"/>
                        </a:spcAft>
                      </a:pPr>
                      <a:r>
                        <a:rPr lang="en-US" sz="1300" b="1">
                          <a:effectLst>
                            <a:outerShdw blurRad="38100" dist="38100" dir="2700000" algn="tl">
                              <a:srgbClr val="000000">
                                <a:alpha val="43137"/>
                              </a:srgbClr>
                            </a:outerShdw>
                          </a:effectLst>
                        </a:rPr>
                        <a:t>G</a:t>
                      </a:r>
                      <a:endParaRPr lang="en-US" sz="9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 </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extLst>
                  <a:ext uri="{0D108BD9-81ED-4DB2-BD59-A6C34878D82A}">
                    <a16:rowId xmlns:a16="http://schemas.microsoft.com/office/drawing/2014/main" val="2048244520"/>
                  </a:ext>
                </a:extLst>
              </a:tr>
              <a:tr h="322321">
                <a:tc>
                  <a:txBody>
                    <a:bodyPr/>
                    <a:lstStyle/>
                    <a:p>
                      <a:pPr marL="0" marR="0" algn="ctr">
                        <a:lnSpc>
                          <a:spcPct val="115000"/>
                        </a:lnSpc>
                        <a:spcBef>
                          <a:spcPts val="0"/>
                        </a:spcBef>
                        <a:spcAft>
                          <a:spcPts val="0"/>
                        </a:spcAft>
                      </a:pPr>
                      <a:r>
                        <a:rPr lang="en-US" sz="1300" b="1" dirty="0">
                          <a:effectLst>
                            <a:outerShdw blurRad="38100" dist="38100" dir="2700000" algn="tl">
                              <a:srgbClr val="000000">
                                <a:alpha val="43137"/>
                              </a:srgbClr>
                            </a:outerShdw>
                          </a:effectLst>
                        </a:rPr>
                        <a:t>H</a:t>
                      </a:r>
                      <a:endParaRPr lang="en-US" sz="9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a:effectLst>
                            <a:outerShdw blurRad="38100" dist="38100" dir="2700000" algn="tl">
                              <a:srgbClr val="000000">
                                <a:alpha val="43137"/>
                              </a:srgbClr>
                            </a:outerShdw>
                          </a:effectLst>
                        </a:rPr>
                        <a:t> </a:t>
                      </a:r>
                      <a:endParaRPr lang="en-US" sz="900" b="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tc>
                  <a:txBody>
                    <a:bodyPr/>
                    <a:lstStyle/>
                    <a:p>
                      <a:pPr marL="0" marR="0" algn="ctr">
                        <a:lnSpc>
                          <a:spcPct val="115000"/>
                        </a:lnSpc>
                        <a:spcBef>
                          <a:spcPts val="0"/>
                        </a:spcBef>
                        <a:spcAft>
                          <a:spcPts val="0"/>
                        </a:spcAft>
                      </a:pPr>
                      <a:r>
                        <a:rPr lang="en-US" sz="1300" b="0" dirty="0">
                          <a:effectLst>
                            <a:outerShdw blurRad="38100" dist="38100" dir="2700000" algn="tl">
                              <a:srgbClr val="000000">
                                <a:alpha val="43137"/>
                              </a:srgbClr>
                            </a:outerShdw>
                          </a:effectLst>
                        </a:rPr>
                        <a:t>√</a:t>
                      </a:r>
                      <a:endParaRPr lang="en-US" sz="900" b="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4815" marR="54815" marT="0" marB="0">
                    <a:solidFill>
                      <a:schemeClr val="bg1">
                        <a:lumMod val="50000"/>
                      </a:schemeClr>
                    </a:solidFill>
                  </a:tcPr>
                </a:tc>
                <a:extLst>
                  <a:ext uri="{0D108BD9-81ED-4DB2-BD59-A6C34878D82A}">
                    <a16:rowId xmlns:a16="http://schemas.microsoft.com/office/drawing/2014/main" val="4181700980"/>
                  </a:ext>
                </a:extLst>
              </a:tr>
            </a:tbl>
          </a:graphicData>
        </a:graphic>
      </p:graphicFrame>
      <p:sp>
        <p:nvSpPr>
          <p:cNvPr id="4" name="Rectangle 1">
            <a:extLst>
              <a:ext uri="{FF2B5EF4-FFF2-40B4-BE49-F238E27FC236}">
                <a16:creationId xmlns:a16="http://schemas.microsoft.com/office/drawing/2014/main" id="{7583BE38-3FF8-4A21-BDD2-21A17AD10558}"/>
              </a:ext>
            </a:extLst>
          </p:cNvPr>
          <p:cNvSpPr>
            <a:spLocks noChangeArrowheads="1"/>
          </p:cNvSpPr>
          <p:nvPr/>
        </p:nvSpPr>
        <p:spPr bwMode="auto">
          <a:xfrm>
            <a:off x="2814638" y="11969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itle 3">
            <a:extLst>
              <a:ext uri="{FF2B5EF4-FFF2-40B4-BE49-F238E27FC236}">
                <a16:creationId xmlns:a16="http://schemas.microsoft.com/office/drawing/2014/main" id="{162F2B64-B4A7-411F-B579-81A3C6E8DB12}"/>
              </a:ext>
            </a:extLst>
          </p:cNvPr>
          <p:cNvSpPr txBox="1">
            <a:spLocks/>
          </p:cNvSpPr>
          <p:nvPr/>
        </p:nvSpPr>
        <p:spPr>
          <a:xfrm>
            <a:off x="1" y="1123415"/>
            <a:ext cx="9144000" cy="604321"/>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18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Arial" panose="020B0604020202020204" pitchFamily="34" charset="0"/>
              </a:rPr>
              <a:t>Gantt Chart</a:t>
            </a:r>
            <a:endParaRPr kumimoji="0" lang="en-US" sz="1800" b="0" i="0" u="none" strike="noStrike" kern="1200" cap="none" spc="0" normalizeH="0" baseline="0" noProof="0" dirty="0">
              <a:ln>
                <a:noFill/>
              </a:ln>
              <a:solidFill>
                <a:srgbClr val="C0504D"/>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43108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516AE34-656F-4C60-9774-BADC6D32C363}"/>
              </a:ext>
            </a:extLst>
          </p:cNvPr>
          <p:cNvSpPr/>
          <p:nvPr/>
        </p:nvSpPr>
        <p:spPr>
          <a:xfrm>
            <a:off x="3714307" y="1481470"/>
            <a:ext cx="992372" cy="60251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B25ABD4D-82F5-4C5D-BFE8-D50886EA73CE}"/>
              </a:ext>
            </a:extLst>
          </p:cNvPr>
          <p:cNvSpPr/>
          <p:nvPr/>
        </p:nvSpPr>
        <p:spPr>
          <a:xfrm>
            <a:off x="3799367" y="1268819"/>
            <a:ext cx="1212112" cy="715925"/>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504D"/>
              </a:solidFill>
              <a:effectLst/>
              <a:uLnTx/>
              <a:uFillTx/>
              <a:latin typeface="Calibri"/>
              <a:ea typeface="+mn-ea"/>
              <a:cs typeface="+mn-cs"/>
            </a:endParaRPr>
          </a:p>
        </p:txBody>
      </p:sp>
      <p:sp>
        <p:nvSpPr>
          <p:cNvPr id="29" name="Title 1">
            <a:extLst>
              <a:ext uri="{FF2B5EF4-FFF2-40B4-BE49-F238E27FC236}">
                <a16:creationId xmlns:a16="http://schemas.microsoft.com/office/drawing/2014/main" id="{3C623B49-63D2-48A0-971F-0A14B70BC3CA}"/>
              </a:ext>
            </a:extLst>
          </p:cNvPr>
          <p:cNvSpPr txBox="1">
            <a:spLocks/>
          </p:cNvSpPr>
          <p:nvPr/>
        </p:nvSpPr>
        <p:spPr>
          <a:xfrm>
            <a:off x="308343" y="1034903"/>
            <a:ext cx="4529470" cy="467832"/>
          </a:xfrm>
          <a:prstGeom prst="rect">
            <a:avLst/>
          </a:prstGeom>
        </p:spPr>
        <p:txBody>
          <a:bodyPr vert="horz" lIns="91440" tIns="45720" rIns="91440" bIns="45720" rtlCol="0" anchor="ctr">
            <a:normAutofit/>
          </a:bodyPr>
          <a:lstStyle>
            <a:lvl1pPr algn="r" defTabSz="914400" rtl="0" eaLnBrk="1" latinLnBrk="0" hangingPunct="1">
              <a:spcBef>
                <a:spcPct val="0"/>
              </a:spcBef>
              <a:buNone/>
              <a:defRPr sz="3600" kern="1200" baseline="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algn="l">
              <a:lnSpc>
                <a:spcPct val="115000"/>
              </a:lnSpc>
              <a:spcBef>
                <a:spcPts val="0"/>
              </a:spcBef>
              <a:spcAft>
                <a:spcPts val="1000"/>
              </a:spcAft>
              <a:tabLst>
                <a:tab pos="1550035" algn="l"/>
              </a:tabLst>
            </a:pPr>
            <a:r>
              <a:rPr lang="en-US" sz="1800" b="1" dirty="0">
                <a:solidFill>
                  <a:srgbClr val="C0504D"/>
                </a:solidFill>
                <a:effectLst/>
                <a:latin typeface="Times New Roman" panose="02020603050405020304" pitchFamily="18" charset="0"/>
                <a:ea typeface="Calibri" panose="020F0502020204030204" pitchFamily="34" charset="0"/>
                <a:cs typeface="Times New Roman" panose="02020603050405020304" pitchFamily="18" charset="0"/>
              </a:rPr>
              <a:t>Budget Baseline</a:t>
            </a:r>
            <a:endParaRPr lang="en-US" sz="1800" dirty="0">
              <a:solidFill>
                <a:srgbClr val="C0504D"/>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B5C181C-C617-4A4F-A2FD-E580C0413624}"/>
              </a:ext>
            </a:extLst>
          </p:cNvPr>
          <p:cNvGraphicFramePr>
            <a:graphicFrameLocks noGrp="1"/>
          </p:cNvGraphicFramePr>
          <p:nvPr>
            <p:extLst>
              <p:ext uri="{D42A27DB-BD31-4B8C-83A1-F6EECF244321}">
                <p14:modId xmlns:p14="http://schemas.microsoft.com/office/powerpoint/2010/main" val="857482865"/>
              </p:ext>
            </p:extLst>
          </p:nvPr>
        </p:nvGraphicFramePr>
        <p:xfrm>
          <a:off x="308343" y="1626781"/>
          <a:ext cx="8527314" cy="3280203"/>
        </p:xfrm>
        <a:graphic>
          <a:graphicData uri="http://schemas.openxmlformats.org/drawingml/2006/table">
            <a:tbl>
              <a:tblPr firstRow="1" firstCol="1" bandRow="1">
                <a:tableStyleId>{21E4AEA4-8DFA-4A89-87EB-49C32662AFE0}</a:tableStyleId>
              </a:tblPr>
              <a:tblGrid>
                <a:gridCol w="293327">
                  <a:extLst>
                    <a:ext uri="{9D8B030D-6E8A-4147-A177-3AD203B41FA5}">
                      <a16:colId xmlns:a16="http://schemas.microsoft.com/office/drawing/2014/main" val="2340598480"/>
                    </a:ext>
                  </a:extLst>
                </a:gridCol>
                <a:gridCol w="722239">
                  <a:extLst>
                    <a:ext uri="{9D8B030D-6E8A-4147-A177-3AD203B41FA5}">
                      <a16:colId xmlns:a16="http://schemas.microsoft.com/office/drawing/2014/main" val="2629166272"/>
                    </a:ext>
                  </a:extLst>
                </a:gridCol>
                <a:gridCol w="1670631">
                  <a:extLst>
                    <a:ext uri="{9D8B030D-6E8A-4147-A177-3AD203B41FA5}">
                      <a16:colId xmlns:a16="http://schemas.microsoft.com/office/drawing/2014/main" val="1783876100"/>
                    </a:ext>
                  </a:extLst>
                </a:gridCol>
                <a:gridCol w="764002">
                  <a:extLst>
                    <a:ext uri="{9D8B030D-6E8A-4147-A177-3AD203B41FA5}">
                      <a16:colId xmlns:a16="http://schemas.microsoft.com/office/drawing/2014/main" val="2723317004"/>
                    </a:ext>
                  </a:extLst>
                </a:gridCol>
                <a:gridCol w="366235">
                  <a:extLst>
                    <a:ext uri="{9D8B030D-6E8A-4147-A177-3AD203B41FA5}">
                      <a16:colId xmlns:a16="http://schemas.microsoft.com/office/drawing/2014/main" val="2306541761"/>
                    </a:ext>
                  </a:extLst>
                </a:gridCol>
                <a:gridCol w="366235">
                  <a:extLst>
                    <a:ext uri="{9D8B030D-6E8A-4147-A177-3AD203B41FA5}">
                      <a16:colId xmlns:a16="http://schemas.microsoft.com/office/drawing/2014/main" val="2979344663"/>
                    </a:ext>
                  </a:extLst>
                </a:gridCol>
                <a:gridCol w="366235">
                  <a:extLst>
                    <a:ext uri="{9D8B030D-6E8A-4147-A177-3AD203B41FA5}">
                      <a16:colId xmlns:a16="http://schemas.microsoft.com/office/drawing/2014/main" val="739852984"/>
                    </a:ext>
                  </a:extLst>
                </a:gridCol>
                <a:gridCol w="366235">
                  <a:extLst>
                    <a:ext uri="{9D8B030D-6E8A-4147-A177-3AD203B41FA5}">
                      <a16:colId xmlns:a16="http://schemas.microsoft.com/office/drawing/2014/main" val="3120513099"/>
                    </a:ext>
                  </a:extLst>
                </a:gridCol>
                <a:gridCol w="442206">
                  <a:extLst>
                    <a:ext uri="{9D8B030D-6E8A-4147-A177-3AD203B41FA5}">
                      <a16:colId xmlns:a16="http://schemas.microsoft.com/office/drawing/2014/main" val="2147224933"/>
                    </a:ext>
                  </a:extLst>
                </a:gridCol>
                <a:gridCol w="473739">
                  <a:extLst>
                    <a:ext uri="{9D8B030D-6E8A-4147-A177-3AD203B41FA5}">
                      <a16:colId xmlns:a16="http://schemas.microsoft.com/office/drawing/2014/main" val="1533266497"/>
                    </a:ext>
                  </a:extLst>
                </a:gridCol>
                <a:gridCol w="457972">
                  <a:extLst>
                    <a:ext uri="{9D8B030D-6E8A-4147-A177-3AD203B41FA5}">
                      <a16:colId xmlns:a16="http://schemas.microsoft.com/office/drawing/2014/main" val="1826003994"/>
                    </a:ext>
                  </a:extLst>
                </a:gridCol>
                <a:gridCol w="457972">
                  <a:extLst>
                    <a:ext uri="{9D8B030D-6E8A-4147-A177-3AD203B41FA5}">
                      <a16:colId xmlns:a16="http://schemas.microsoft.com/office/drawing/2014/main" val="1018112134"/>
                    </a:ext>
                  </a:extLst>
                </a:gridCol>
                <a:gridCol w="457972">
                  <a:extLst>
                    <a:ext uri="{9D8B030D-6E8A-4147-A177-3AD203B41FA5}">
                      <a16:colId xmlns:a16="http://schemas.microsoft.com/office/drawing/2014/main" val="3007344017"/>
                    </a:ext>
                  </a:extLst>
                </a:gridCol>
                <a:gridCol w="457972">
                  <a:extLst>
                    <a:ext uri="{9D8B030D-6E8A-4147-A177-3AD203B41FA5}">
                      <a16:colId xmlns:a16="http://schemas.microsoft.com/office/drawing/2014/main" val="559942999"/>
                    </a:ext>
                  </a:extLst>
                </a:gridCol>
                <a:gridCol w="457972">
                  <a:extLst>
                    <a:ext uri="{9D8B030D-6E8A-4147-A177-3AD203B41FA5}">
                      <a16:colId xmlns:a16="http://schemas.microsoft.com/office/drawing/2014/main" val="585322221"/>
                    </a:ext>
                  </a:extLst>
                </a:gridCol>
                <a:gridCol w="406370">
                  <a:extLst>
                    <a:ext uri="{9D8B030D-6E8A-4147-A177-3AD203B41FA5}">
                      <a16:colId xmlns:a16="http://schemas.microsoft.com/office/drawing/2014/main" val="1749352409"/>
                    </a:ext>
                  </a:extLst>
                </a:gridCol>
              </a:tblGrid>
              <a:tr h="223589">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ID</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DUR</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dirty="0">
                          <a:effectLst>
                            <a:outerShdw blurRad="38100" dist="38100" dir="2700000" algn="tl">
                              <a:srgbClr val="000000">
                                <a:alpha val="43137"/>
                              </a:srgbClr>
                            </a:outerShdw>
                          </a:effectLst>
                        </a:rPr>
                        <a:t>Task</a:t>
                      </a:r>
                      <a:endParaRPr lang="en-US" sz="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dirty="0">
                          <a:effectLst>
                            <a:outerShdw blurRad="38100" dist="38100" dir="2700000" algn="tl">
                              <a:srgbClr val="000000">
                                <a:alpha val="43137"/>
                              </a:srgbClr>
                            </a:outerShdw>
                          </a:effectLst>
                        </a:rPr>
                        <a:t>Budget</a:t>
                      </a:r>
                      <a:endParaRPr lang="en-US" sz="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1</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3</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4</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dirty="0">
                          <a:effectLst>
                            <a:outerShdw blurRad="38100" dist="38100" dir="2700000" algn="tl">
                              <a:srgbClr val="000000">
                                <a:alpha val="43137"/>
                              </a:srgbClr>
                            </a:outerShdw>
                          </a:effectLst>
                        </a:rPr>
                        <a:t>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6</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7</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8</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9</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11</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2417148114"/>
                  </a:ext>
                </a:extLst>
              </a:tr>
              <a:tr h="349794">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A</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5</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dirty="0">
                          <a:effectLst/>
                        </a:rPr>
                        <a:t>Permission from shop</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100</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20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2604772317"/>
                  </a:ext>
                </a:extLst>
              </a:tr>
              <a:tr h="371586">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B</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rPr>
                        <a:t>UI design</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14</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7</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7</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1318080473"/>
                  </a:ext>
                </a:extLst>
              </a:tr>
              <a:tr h="305410">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C</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3</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rPr>
                        <a:t>Android App design</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30</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10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222626230"/>
                  </a:ext>
                </a:extLst>
              </a:tr>
              <a:tr h="349794">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D</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rPr>
                        <a:t>Network processing</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30</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15</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15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1766203907"/>
                  </a:ext>
                </a:extLst>
              </a:tr>
              <a:tr h="349794">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E</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1</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rPr>
                        <a:t>Reserve a server in Google cloud</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5</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59769327"/>
                  </a:ext>
                </a:extLst>
              </a:tr>
              <a:tr h="368881">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F</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1</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800" b="1">
                          <a:effectLst/>
                        </a:rPr>
                        <a:t>gathering information from Zone Traffic Department</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25</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25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 </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3004241679"/>
                  </a:ext>
                </a:extLst>
              </a:tr>
              <a:tr h="291176">
                <a:tc>
                  <a:txBody>
                    <a:bodyPr/>
                    <a:lstStyle/>
                    <a:p>
                      <a:pPr marL="0" marR="0" algn="ctr">
                        <a:lnSpc>
                          <a:spcPct val="115000"/>
                        </a:lnSpc>
                        <a:spcBef>
                          <a:spcPts val="0"/>
                        </a:spcBef>
                        <a:spcAft>
                          <a:spcPts val="0"/>
                        </a:spcAft>
                      </a:pPr>
                      <a:r>
                        <a:rPr lang="en-US" sz="900">
                          <a:effectLst>
                            <a:outerShdw blurRad="38100" dist="38100" dir="2700000" algn="tl">
                              <a:srgbClr val="000000">
                                <a:alpha val="43137"/>
                              </a:srgbClr>
                            </a:outerShdw>
                          </a:effectLst>
                        </a:rPr>
                        <a:t>G</a:t>
                      </a:r>
                      <a:endParaRPr lang="en-US" sz="80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a:effectLst>
                            <a:outerShdw blurRad="38100" dist="38100" dir="2700000" algn="tl">
                              <a:srgbClr val="000000">
                                <a:alpha val="43137"/>
                              </a:srgbClr>
                            </a:outerShdw>
                          </a:effectLst>
                        </a:rPr>
                        <a:t>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1000"/>
                        </a:spcAft>
                      </a:pPr>
                      <a:r>
                        <a:rPr lang="en-US" sz="900" b="1">
                          <a:effectLst/>
                        </a:rPr>
                        <a:t>Test</a:t>
                      </a:r>
                      <a:endParaRPr lang="en-US" sz="800" b="1">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20</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10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extLst>
                  <a:ext uri="{0D108BD9-81ED-4DB2-BD59-A6C34878D82A}">
                    <a16:rowId xmlns:a16="http://schemas.microsoft.com/office/drawing/2014/main" val="4224001398"/>
                  </a:ext>
                </a:extLst>
              </a:tr>
              <a:tr h="320110">
                <a:tc>
                  <a:txBody>
                    <a:bodyPr/>
                    <a:lstStyle/>
                    <a:p>
                      <a:pPr marL="0" marR="0" algn="ctr">
                        <a:lnSpc>
                          <a:spcPct val="115000"/>
                        </a:lnSpc>
                        <a:spcBef>
                          <a:spcPts val="0"/>
                        </a:spcBef>
                        <a:spcAft>
                          <a:spcPts val="0"/>
                        </a:spcAft>
                      </a:pPr>
                      <a:r>
                        <a:rPr lang="en-US" sz="900" dirty="0">
                          <a:effectLst>
                            <a:outerShdw blurRad="38100" dist="38100" dir="2700000" algn="tl">
                              <a:srgbClr val="000000">
                                <a:alpha val="43137"/>
                              </a:srgbClr>
                            </a:outerShdw>
                          </a:effectLst>
                        </a:rPr>
                        <a:t>H</a:t>
                      </a:r>
                      <a:endParaRPr lang="en-US" sz="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dirty="0">
                          <a:effectLst>
                            <a:outerShdw blurRad="38100" dist="38100" dir="2700000" algn="tl">
                              <a:srgbClr val="000000">
                                <a:alpha val="43137"/>
                              </a:srgbClr>
                            </a:outerShdw>
                          </a:effectLst>
                        </a:rPr>
                        <a:t>2</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dirty="0">
                          <a:effectLst/>
                        </a:rPr>
                        <a:t>Integration</a:t>
                      </a:r>
                      <a:endParaRPr lang="en-US" sz="800" b="1" dirty="0">
                        <a:effectLst/>
                      </a:endParaRPr>
                    </a:p>
                    <a:p>
                      <a:pPr marL="0" marR="0" algn="ctr">
                        <a:lnSpc>
                          <a:spcPct val="115000"/>
                        </a:lnSpc>
                        <a:spcBef>
                          <a:spcPts val="0"/>
                        </a:spcBef>
                        <a:spcAft>
                          <a:spcPts val="0"/>
                        </a:spcAft>
                      </a:pPr>
                      <a:r>
                        <a:rPr lang="en-US" sz="900" b="1" dirty="0">
                          <a:effectLst/>
                        </a:rPr>
                        <a:t> </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10</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 </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5</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extLst>
                  <a:ext uri="{0D108BD9-81ED-4DB2-BD59-A6C34878D82A}">
                    <a16:rowId xmlns:a16="http://schemas.microsoft.com/office/drawing/2014/main" val="2046133369"/>
                  </a:ext>
                </a:extLst>
              </a:tr>
              <a:tr h="177250">
                <a:tc gridSpan="3">
                  <a:txBody>
                    <a:bodyPr/>
                    <a:lstStyle/>
                    <a:p>
                      <a:pPr marL="0" marR="0" algn="ctr">
                        <a:lnSpc>
                          <a:spcPct val="115000"/>
                        </a:lnSpc>
                        <a:spcBef>
                          <a:spcPts val="0"/>
                        </a:spcBef>
                        <a:spcAft>
                          <a:spcPts val="0"/>
                        </a:spcAft>
                      </a:pPr>
                      <a:r>
                        <a:rPr lang="en-US" sz="900" dirty="0">
                          <a:effectLst>
                            <a:outerShdw blurRad="38100" dist="38100" dir="2700000" algn="tl">
                              <a:srgbClr val="000000">
                                <a:alpha val="43137"/>
                              </a:srgbClr>
                            </a:outerShdw>
                          </a:effectLst>
                        </a:rPr>
                        <a:t>Total</a:t>
                      </a:r>
                      <a:endParaRPr lang="en-US" sz="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900" b="1" u="none" dirty="0">
                          <a:effectLst>
                            <a:outerShdw blurRad="38100" dist="38100" dir="2700000" algn="tl">
                              <a:srgbClr val="000000">
                                <a:alpha val="43137"/>
                              </a:srgbClr>
                            </a:outerShdw>
                          </a:effectLst>
                        </a:rPr>
                        <a:t>52</a:t>
                      </a:r>
                      <a:endParaRPr lang="en-US" sz="800" b="1" u="none"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20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62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32</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10</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a:effectLst>
                            <a:outerShdw blurRad="38100" dist="38100" dir="2700000" algn="tl">
                              <a:srgbClr val="000000">
                                <a:alpha val="43137"/>
                              </a:srgbClr>
                            </a:outerShdw>
                          </a:effectLst>
                        </a:rPr>
                        <a:t>5</a:t>
                      </a:r>
                      <a:endParaRPr lang="en-US" sz="8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tc>
                  <a:txBody>
                    <a:bodyPr/>
                    <a:lstStyle/>
                    <a:p>
                      <a:pPr marL="0" marR="0" algn="l">
                        <a:lnSpc>
                          <a:spcPct val="115000"/>
                        </a:lnSpc>
                        <a:spcBef>
                          <a:spcPts val="0"/>
                        </a:spcBef>
                        <a:spcAft>
                          <a:spcPts val="0"/>
                        </a:spcAft>
                      </a:pPr>
                      <a:r>
                        <a:rPr lang="en-US" sz="900" b="1" dirty="0">
                          <a:effectLst>
                            <a:outerShdw blurRad="38100" dist="38100" dir="2700000" algn="tl">
                              <a:srgbClr val="000000">
                                <a:alpha val="43137"/>
                              </a:srgbClr>
                            </a:outerShdw>
                          </a:effectLst>
                        </a:rPr>
                        <a:t>5</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chemeClr val="bg1">
                        <a:lumMod val="50000"/>
                      </a:schemeClr>
                    </a:solidFill>
                  </a:tcPr>
                </a:tc>
                <a:extLst>
                  <a:ext uri="{0D108BD9-81ED-4DB2-BD59-A6C34878D82A}">
                    <a16:rowId xmlns:a16="http://schemas.microsoft.com/office/drawing/2014/main" val="1591223584"/>
                  </a:ext>
                </a:extLst>
              </a:tr>
              <a:tr h="172819">
                <a:tc gridSpan="4">
                  <a:txBody>
                    <a:bodyPr/>
                    <a:lstStyle/>
                    <a:p>
                      <a:pPr marL="0" marR="0" algn="ctr">
                        <a:lnSpc>
                          <a:spcPct val="115000"/>
                        </a:lnSpc>
                        <a:spcBef>
                          <a:spcPts val="0"/>
                        </a:spcBef>
                        <a:spcAft>
                          <a:spcPts val="0"/>
                        </a:spcAft>
                      </a:pPr>
                      <a:r>
                        <a:rPr lang="en-US" sz="900" dirty="0">
                          <a:effectLst>
                            <a:outerShdw blurRad="38100" dist="38100" dir="2700000" algn="tl">
                              <a:srgbClr val="000000">
                                <a:alpha val="43137"/>
                              </a:srgbClr>
                            </a:outerShdw>
                          </a:effectLst>
                        </a:rPr>
                        <a:t>Commutative</a:t>
                      </a:r>
                      <a:endParaRPr lang="en-US" sz="8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40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60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80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100</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162</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194</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204</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214</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224</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229</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tc>
                  <a:txBody>
                    <a:bodyPr/>
                    <a:lstStyle/>
                    <a:p>
                      <a:pPr marL="0" marR="0" algn="l">
                        <a:lnSpc>
                          <a:spcPct val="115000"/>
                        </a:lnSpc>
                        <a:spcBef>
                          <a:spcPts val="0"/>
                        </a:spcBef>
                        <a:spcAft>
                          <a:spcPts val="0"/>
                        </a:spcAft>
                      </a:pPr>
                      <a:r>
                        <a:rPr lang="en-US" sz="800" b="1" dirty="0">
                          <a:effectLst>
                            <a:outerShdw blurRad="38100" dist="38100" dir="2700000" algn="tl">
                              <a:srgbClr val="000000">
                                <a:alpha val="43137"/>
                              </a:srgbClr>
                            </a:outerShdw>
                          </a:effectLst>
                        </a:rPr>
                        <a:t>234</a:t>
                      </a:r>
                      <a:endParaRPr lang="en-US" sz="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Arial" panose="020B0604020202020204" pitchFamily="34" charset="0"/>
                      </a:endParaRPr>
                    </a:p>
                  </a:txBody>
                  <a:tcPr marL="50590" marR="50590" marT="0" marB="0">
                    <a:solidFill>
                      <a:srgbClr val="0AFAE3"/>
                    </a:solidFill>
                  </a:tcPr>
                </a:tc>
                <a:extLst>
                  <a:ext uri="{0D108BD9-81ED-4DB2-BD59-A6C34878D82A}">
                    <a16:rowId xmlns:a16="http://schemas.microsoft.com/office/drawing/2014/main" val="1375123754"/>
                  </a:ext>
                </a:extLst>
              </a:tr>
            </a:tbl>
          </a:graphicData>
        </a:graphic>
      </p:graphicFrame>
    </p:spTree>
    <p:extLst>
      <p:ext uri="{BB962C8B-B14F-4D97-AF65-F5344CB8AC3E}">
        <p14:creationId xmlns:p14="http://schemas.microsoft.com/office/powerpoint/2010/main" val="1430936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1DB3-BF8F-4F8A-BD53-97EB21F092F8}"/>
              </a:ext>
            </a:extLst>
          </p:cNvPr>
          <p:cNvSpPr>
            <a:spLocks noGrp="1"/>
          </p:cNvSpPr>
          <p:nvPr>
            <p:ph type="title"/>
          </p:nvPr>
        </p:nvSpPr>
        <p:spPr>
          <a:xfrm>
            <a:off x="754375" y="281175"/>
            <a:ext cx="1350984" cy="725349"/>
          </a:xfrm>
        </p:spPr>
        <p:txBody>
          <a:bodyPr>
            <a:noAutofit/>
          </a:bodyPr>
          <a:lstStyle/>
          <a:p>
            <a:pPr marL="0" marR="0">
              <a:lnSpc>
                <a:spcPct val="115000"/>
              </a:lnSpc>
              <a:spcBef>
                <a:spcPts val="0"/>
              </a:spcBef>
              <a:spcAft>
                <a:spcPts val="1000"/>
              </a:spcAft>
              <a:tabLst>
                <a:tab pos="1550035" algn="l"/>
              </a:tabLst>
            </a:pPr>
            <a:r>
              <a:rPr lang="en-US" sz="1200" b="1" u="none" strike="noStrike" dirty="0">
                <a:effectLst/>
                <a:latin typeface="Times New Roman" panose="02020603050405020304" pitchFamily="18" charset="0"/>
                <a:ea typeface="Calibri" panose="020F0502020204030204" pitchFamily="34" charset="0"/>
                <a:cs typeface="Arial" panose="020B0604020202020204" pitchFamily="34" charset="0"/>
              </a:rPr>
              <a:t> </a:t>
            </a:r>
            <a:br>
              <a:rPr lang="en-US" sz="1200" dirty="0">
                <a:effectLst/>
                <a:latin typeface="Calibri" panose="020F0502020204030204" pitchFamily="34" charset="0"/>
                <a:ea typeface="Calibri" panose="020F0502020204030204" pitchFamily="34" charset="0"/>
                <a:cs typeface="Arial" panose="020B0604020202020204" pitchFamily="34" charset="0"/>
              </a:rPr>
            </a:br>
            <a:r>
              <a:rPr lang="en-US" sz="11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t>Commutative Budget </a:t>
            </a:r>
            <a:br>
              <a:rPr lang="en-US" sz="11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br>
            <a:r>
              <a:rPr lang="en-US" sz="11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t>Baseline</a:t>
            </a:r>
            <a:br>
              <a:rPr lang="en-US" sz="1200" dirty="0">
                <a:effectLst/>
                <a:latin typeface="Calibri" panose="020F0502020204030204" pitchFamily="34" charset="0"/>
                <a:ea typeface="Calibri" panose="020F0502020204030204" pitchFamily="34" charset="0"/>
                <a:cs typeface="Arial" panose="020B0604020202020204" pitchFamily="34" charset="0"/>
              </a:rPr>
            </a:br>
            <a:endParaRPr lang="en-US" sz="1200" dirty="0"/>
          </a:p>
        </p:txBody>
      </p:sp>
      <p:graphicFrame>
        <p:nvGraphicFramePr>
          <p:cNvPr id="6" name="Content Placeholder 5">
            <a:extLst>
              <a:ext uri="{FF2B5EF4-FFF2-40B4-BE49-F238E27FC236}">
                <a16:creationId xmlns:a16="http://schemas.microsoft.com/office/drawing/2014/main" id="{7CE082DC-F191-4C44-9D33-E418C76D601A}"/>
              </a:ext>
            </a:extLst>
          </p:cNvPr>
          <p:cNvGraphicFramePr>
            <a:graphicFrameLocks noGrp="1"/>
          </p:cNvGraphicFramePr>
          <p:nvPr>
            <p:ph idx="1"/>
          </p:nvPr>
        </p:nvGraphicFramePr>
        <p:xfrm>
          <a:off x="469900" y="1206267"/>
          <a:ext cx="5991411" cy="3244569"/>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a:extLst>
              <a:ext uri="{FF2B5EF4-FFF2-40B4-BE49-F238E27FC236}">
                <a16:creationId xmlns:a16="http://schemas.microsoft.com/office/drawing/2014/main" id="{BEC80E20-6845-481B-8DBA-790A40F06DDA}"/>
              </a:ext>
            </a:extLst>
          </p:cNvPr>
          <p:cNvSpPr txBox="1">
            <a:spLocks/>
          </p:cNvSpPr>
          <p:nvPr/>
        </p:nvSpPr>
        <p:spPr>
          <a:xfrm>
            <a:off x="6575611" y="3852582"/>
            <a:ext cx="1116107" cy="598254"/>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rgbClr val="FF0000"/>
                </a:solidFill>
                <a:effectLst>
                  <a:outerShdw blurRad="50800" dist="38100" dir="2700000" algn="tl" rotWithShape="0">
                    <a:prstClr val="black">
                      <a:alpha val="40000"/>
                    </a:prstClr>
                  </a:outerShdw>
                </a:effectLst>
                <a:latin typeface="+mj-lt"/>
                <a:ea typeface="+mj-ea"/>
                <a:cs typeface="+mj-cs"/>
              </a:defRPr>
            </a:lvl1pPr>
          </a:lstStyle>
          <a:p>
            <a:pPr marL="0" marR="0" lvl="0" indent="0" algn="l" defTabSz="914400" rtl="0" eaLnBrk="1" fontAlgn="auto" latinLnBrk="0" hangingPunct="1">
              <a:lnSpc>
                <a:spcPct val="115000"/>
              </a:lnSpc>
              <a:spcBef>
                <a:spcPts val="0"/>
              </a:spcBef>
              <a:spcAft>
                <a:spcPts val="1000"/>
              </a:spcAft>
              <a:buClrTx/>
              <a:buSzTx/>
              <a:buFontTx/>
              <a:buNone/>
              <a:tabLst>
                <a:tab pos="1550035" algn="l"/>
              </a:tabLst>
              <a:defRPr/>
            </a:pPr>
            <a:r>
              <a:rPr kumimoji="0" lang="en-US" sz="12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Arial" panose="020B0604020202020204" pitchFamily="34" charset="0"/>
              </a:rPr>
              <a:t>Weeks</a:t>
            </a:r>
            <a:endParaRPr kumimoji="0" lang="en-US" sz="1200" b="0" i="0" u="none" strike="noStrike" kern="1200" cap="none" spc="0" normalizeH="0" baseline="0" noProof="0" dirty="0">
              <a:ln>
                <a:noFill/>
              </a:ln>
              <a:solidFill>
                <a:srgbClr val="C0504D"/>
              </a:solidFill>
              <a:effectLst>
                <a:outerShdw blurRad="50800" dist="38100" dir="2700000" algn="tl" rotWithShape="0">
                  <a:prstClr val="black">
                    <a:alpha val="40000"/>
                  </a:prstClr>
                </a:outerShdw>
              </a:effectLst>
              <a:uLnTx/>
              <a:uFillTx/>
              <a:latin typeface="Calibri"/>
              <a:ea typeface="+mj-ea"/>
              <a:cs typeface="+mj-cs"/>
            </a:endParaRPr>
          </a:p>
        </p:txBody>
      </p:sp>
    </p:spTree>
    <p:extLst>
      <p:ext uri="{BB962C8B-B14F-4D97-AF65-F5344CB8AC3E}">
        <p14:creationId xmlns:p14="http://schemas.microsoft.com/office/powerpoint/2010/main" val="2728397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882312"/>
            <a:ext cx="9143999" cy="763525"/>
          </a:xfrm>
        </p:spPr>
        <p:txBody>
          <a:bodyPr>
            <a:normAutofit/>
          </a:bodyPr>
          <a:lstStyle/>
          <a:p>
            <a:pPr marL="0" marR="0" algn="ctr">
              <a:lnSpc>
                <a:spcPct val="115000"/>
              </a:lnSpc>
              <a:spcBef>
                <a:spcPts val="0"/>
              </a:spcBef>
              <a:spcAft>
                <a:spcPts val="1000"/>
              </a:spcAft>
            </a:pPr>
            <a:r>
              <a:rPr lang="en-US" sz="18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t>Risk Management</a:t>
            </a:r>
            <a:endParaRPr lang="en-US" sz="1800" dirty="0">
              <a:solidFill>
                <a:srgbClr val="C0504D"/>
              </a:solidFill>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0F18EF30-45CA-4DE1-9E94-3C158347B70A}"/>
              </a:ext>
            </a:extLst>
          </p:cNvPr>
          <p:cNvGraphicFramePr>
            <a:graphicFrameLocks noGrp="1"/>
          </p:cNvGraphicFramePr>
          <p:nvPr>
            <p:extLst>
              <p:ext uri="{D42A27DB-BD31-4B8C-83A1-F6EECF244321}">
                <p14:modId xmlns:p14="http://schemas.microsoft.com/office/powerpoint/2010/main" val="3220124638"/>
              </p:ext>
            </p:extLst>
          </p:nvPr>
        </p:nvGraphicFramePr>
        <p:xfrm>
          <a:off x="448965" y="1808225"/>
          <a:ext cx="8246069" cy="3000687"/>
        </p:xfrm>
        <a:graphic>
          <a:graphicData uri="http://schemas.openxmlformats.org/drawingml/2006/table">
            <a:tbl>
              <a:tblPr firstRow="1" firstCol="1" bandRow="1">
                <a:tableStyleId>{21E4AEA4-8DFA-4A89-87EB-49C32662AFE0}</a:tableStyleId>
              </a:tblPr>
              <a:tblGrid>
                <a:gridCol w="2342439">
                  <a:extLst>
                    <a:ext uri="{9D8B030D-6E8A-4147-A177-3AD203B41FA5}">
                      <a16:colId xmlns:a16="http://schemas.microsoft.com/office/drawing/2014/main" val="880604610"/>
                    </a:ext>
                  </a:extLst>
                </a:gridCol>
                <a:gridCol w="1365701">
                  <a:extLst>
                    <a:ext uri="{9D8B030D-6E8A-4147-A177-3AD203B41FA5}">
                      <a16:colId xmlns:a16="http://schemas.microsoft.com/office/drawing/2014/main" val="1185330475"/>
                    </a:ext>
                  </a:extLst>
                </a:gridCol>
                <a:gridCol w="1426207">
                  <a:extLst>
                    <a:ext uri="{9D8B030D-6E8A-4147-A177-3AD203B41FA5}">
                      <a16:colId xmlns:a16="http://schemas.microsoft.com/office/drawing/2014/main" val="4111146580"/>
                    </a:ext>
                  </a:extLst>
                </a:gridCol>
                <a:gridCol w="1361378">
                  <a:extLst>
                    <a:ext uri="{9D8B030D-6E8A-4147-A177-3AD203B41FA5}">
                      <a16:colId xmlns:a16="http://schemas.microsoft.com/office/drawing/2014/main" val="1681573158"/>
                    </a:ext>
                  </a:extLst>
                </a:gridCol>
                <a:gridCol w="1750344">
                  <a:extLst>
                    <a:ext uri="{9D8B030D-6E8A-4147-A177-3AD203B41FA5}">
                      <a16:colId xmlns:a16="http://schemas.microsoft.com/office/drawing/2014/main" val="2391896820"/>
                    </a:ext>
                  </a:extLst>
                </a:gridCol>
              </a:tblGrid>
              <a:tr h="321786">
                <a:tc>
                  <a:txBody>
                    <a:bodyPr/>
                    <a:lstStyle/>
                    <a:p>
                      <a:pPr marL="0" marR="0" algn="ctr">
                        <a:lnSpc>
                          <a:spcPct val="115000"/>
                        </a:lnSpc>
                        <a:spcBef>
                          <a:spcPts val="0"/>
                        </a:spcBef>
                        <a:spcAft>
                          <a:spcPts val="0"/>
                        </a:spcAft>
                        <a:tabLst>
                          <a:tab pos="1550035" algn="l"/>
                        </a:tabLst>
                      </a:pPr>
                      <a:r>
                        <a:rPr lang="en-US" sz="1200">
                          <a:effectLst/>
                        </a:rPr>
                        <a:t>Risk description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a:effectLst/>
                        </a:rPr>
                        <a:t>Probability  risk</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dirty="0">
                          <a:effectLst/>
                        </a:rPr>
                        <a:t>Impact of risk</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a:effectLst/>
                        </a:rPr>
                        <a:t>Risk category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dirty="0">
                          <a:effectLst/>
                        </a:rPr>
                        <a:t>Solution</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extLst>
                  <a:ext uri="{0D108BD9-81ED-4DB2-BD59-A6C34878D82A}">
                    <a16:rowId xmlns:a16="http://schemas.microsoft.com/office/drawing/2014/main" val="3960238720"/>
                  </a:ext>
                </a:extLst>
              </a:tr>
              <a:tr h="643571">
                <a:tc>
                  <a:txBody>
                    <a:bodyPr/>
                    <a:lstStyle/>
                    <a:p>
                      <a:pPr marL="0" marR="0" algn="ctr">
                        <a:lnSpc>
                          <a:spcPct val="115000"/>
                        </a:lnSpc>
                        <a:spcBef>
                          <a:spcPts val="0"/>
                        </a:spcBef>
                        <a:spcAft>
                          <a:spcPts val="0"/>
                        </a:spcAft>
                        <a:tabLst>
                          <a:tab pos="1550035" algn="l"/>
                        </a:tabLst>
                      </a:pPr>
                      <a:r>
                        <a:rPr lang="en-US" sz="1200">
                          <a:effectLst/>
                        </a:rPr>
                        <a:t>The location that the user will impact may be not clear</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Medium</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High</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Performance</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Input a detailed location</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extLst>
                  <a:ext uri="{0D108BD9-81ED-4DB2-BD59-A6C34878D82A}">
                    <a16:rowId xmlns:a16="http://schemas.microsoft.com/office/drawing/2014/main" val="3111329089"/>
                  </a:ext>
                </a:extLst>
              </a:tr>
              <a:tr h="731758">
                <a:tc>
                  <a:txBody>
                    <a:bodyPr/>
                    <a:lstStyle/>
                    <a:p>
                      <a:pPr marL="0" marR="0" algn="ctr">
                        <a:lnSpc>
                          <a:spcPct val="115000"/>
                        </a:lnSpc>
                        <a:spcBef>
                          <a:spcPts val="0"/>
                        </a:spcBef>
                        <a:spcAft>
                          <a:spcPts val="0"/>
                        </a:spcAft>
                        <a:tabLst>
                          <a:tab pos="1550035" algn="l"/>
                        </a:tabLst>
                      </a:pPr>
                      <a:r>
                        <a:rPr lang="en-US" sz="1200" dirty="0">
                          <a:effectLst/>
                        </a:rPr>
                        <a:t>Poor resource plans result to delaying deadlines of the final product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Medium</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High</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Resource</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b="1">
                          <a:effectLst/>
                        </a:rPr>
                        <a:t>Resources should be allocated before a project begins</a:t>
                      </a:r>
                      <a:endParaRPr lang="en-US" sz="1200" b="1">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extLst>
                  <a:ext uri="{0D108BD9-81ED-4DB2-BD59-A6C34878D82A}">
                    <a16:rowId xmlns:a16="http://schemas.microsoft.com/office/drawing/2014/main" val="93411618"/>
                  </a:ext>
                </a:extLst>
              </a:tr>
              <a:tr h="651786">
                <a:tc>
                  <a:txBody>
                    <a:bodyPr/>
                    <a:lstStyle/>
                    <a:p>
                      <a:pPr marL="0" marR="0" algn="ctr">
                        <a:lnSpc>
                          <a:spcPct val="115000"/>
                        </a:lnSpc>
                        <a:spcBef>
                          <a:spcPts val="0"/>
                        </a:spcBef>
                        <a:spcAft>
                          <a:spcPts val="0"/>
                        </a:spcAft>
                        <a:tabLst>
                          <a:tab pos="1550035" algn="l"/>
                        </a:tabLst>
                      </a:pPr>
                      <a:r>
                        <a:rPr lang="en-US" sz="1200" dirty="0">
                          <a:effectLst/>
                        </a:rPr>
                        <a:t>The project cost risk is the risk that a project will spend more money than was originally budget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High</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High</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endParaRPr lang="en-US" sz="1200" b="1" dirty="0">
                        <a:effectLst/>
                      </a:endParaRPr>
                    </a:p>
                    <a:p>
                      <a:pPr marL="0" marR="0" algn="ctr">
                        <a:lnSpc>
                          <a:spcPct val="115000"/>
                        </a:lnSpc>
                        <a:spcBef>
                          <a:spcPts val="0"/>
                        </a:spcBef>
                        <a:spcAft>
                          <a:spcPts val="0"/>
                        </a:spcAft>
                        <a:tabLst>
                          <a:tab pos="1550035" algn="l"/>
                        </a:tabLst>
                      </a:pPr>
                      <a:r>
                        <a:rPr lang="en-US" sz="1200" b="1" dirty="0">
                          <a:effectLst/>
                        </a:rPr>
                        <a:t>Budget</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b="1" dirty="0">
                          <a:effectLst/>
                        </a:rPr>
                        <a:t>Ensuring strong plans are done for budget time and for tasks</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extLst>
                  <a:ext uri="{0D108BD9-81ED-4DB2-BD59-A6C34878D82A}">
                    <a16:rowId xmlns:a16="http://schemas.microsoft.com/office/drawing/2014/main" val="483279436"/>
                  </a:ext>
                </a:extLst>
              </a:tr>
              <a:tr h="651786">
                <a:tc>
                  <a:txBody>
                    <a:bodyPr/>
                    <a:lstStyle/>
                    <a:p>
                      <a:pPr marL="0" marR="0" algn="ctr">
                        <a:lnSpc>
                          <a:spcPct val="115000"/>
                        </a:lnSpc>
                        <a:spcBef>
                          <a:spcPts val="0"/>
                        </a:spcBef>
                        <a:spcAft>
                          <a:spcPts val="0"/>
                        </a:spcAft>
                        <a:tabLst>
                          <a:tab pos="1550035" algn="l"/>
                        </a:tabLst>
                      </a:pP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15000"/>
                        </a:lnSpc>
                        <a:spcBef>
                          <a:spcPts val="0"/>
                        </a:spcBef>
                        <a:spcAft>
                          <a:spcPts val="0"/>
                        </a:spcAft>
                        <a:tabLst>
                          <a:tab pos="1550035" algn="l"/>
                        </a:tabLst>
                      </a:pPr>
                      <a:r>
                        <a:rPr lang="en-US" sz="1200" dirty="0">
                          <a:effectLst/>
                          <a:latin typeface="Calibri" panose="020F0502020204030204" pitchFamily="34" charset="0"/>
                          <a:ea typeface="Calibri" panose="020F0502020204030204" pitchFamily="34" charset="0"/>
                          <a:cs typeface="Arial" panose="020B0604020202020204" pitchFamily="34" charset="0"/>
                        </a:rPr>
                        <a:t>Drop in a server </a:t>
                      </a:r>
                    </a:p>
                  </a:txBody>
                  <a:tcPr marL="63723" marR="63723"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endParaRPr lang="en-US" sz="1200" b="1" dirty="0">
                        <a:effectLst/>
                      </a:endParaRPr>
                    </a:p>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r>
                        <a:rPr lang="en-US" sz="1200" b="1" dirty="0">
                          <a:effectLst/>
                        </a:rPr>
                        <a:t>Medium</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15000"/>
                        </a:lnSpc>
                        <a:spcBef>
                          <a:spcPts val="0"/>
                        </a:spcBef>
                        <a:spcAft>
                          <a:spcPts val="0"/>
                        </a:spcAft>
                        <a:tabLst>
                          <a:tab pos="1550035" algn="l"/>
                        </a:tabLst>
                      </a:pP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endParaRPr lang="en-US" sz="1200" b="1" dirty="0">
                        <a:effectLst/>
                      </a:endParaRPr>
                    </a:p>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r>
                        <a:rPr lang="en-US" sz="1200" b="1" dirty="0">
                          <a:effectLst/>
                        </a:rPr>
                        <a:t>High</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15000"/>
                        </a:lnSpc>
                        <a:spcBef>
                          <a:spcPts val="0"/>
                        </a:spcBef>
                        <a:spcAft>
                          <a:spcPts val="0"/>
                        </a:spcAft>
                        <a:tabLst>
                          <a:tab pos="1550035" algn="l"/>
                        </a:tabLst>
                      </a:pP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endParaRPr lang="en-US" sz="1200" b="1" dirty="0">
                        <a:effectLst/>
                      </a:endParaRPr>
                    </a:p>
                    <a:p>
                      <a:pPr marL="0" marR="0" lvl="0" indent="0" algn="ctr" defTabSz="914400" rtl="0" eaLnBrk="1" fontAlgn="auto" latinLnBrk="0" hangingPunct="1">
                        <a:lnSpc>
                          <a:spcPct val="115000"/>
                        </a:lnSpc>
                        <a:spcBef>
                          <a:spcPts val="0"/>
                        </a:spcBef>
                        <a:spcAft>
                          <a:spcPts val="0"/>
                        </a:spcAft>
                        <a:buClrTx/>
                        <a:buSzTx/>
                        <a:buFontTx/>
                        <a:buNone/>
                        <a:tabLst>
                          <a:tab pos="1550035" algn="l"/>
                        </a:tabLst>
                        <a:defRPr/>
                      </a:pPr>
                      <a:r>
                        <a:rPr lang="en-US" sz="1200" b="1" dirty="0">
                          <a:effectLst/>
                        </a:rPr>
                        <a:t>Performance</a:t>
                      </a:r>
                      <a:endParaRPr lang="en-US" sz="1200" b="1"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15000"/>
                        </a:lnSpc>
                        <a:spcBef>
                          <a:spcPts val="0"/>
                        </a:spcBef>
                        <a:spcAft>
                          <a:spcPts val="0"/>
                        </a:spcAft>
                        <a:tabLst>
                          <a:tab pos="1550035" algn="l"/>
                        </a:tabLst>
                      </a:pPr>
                      <a:endParaRPr lang="en-US" sz="1200" b="1" dirty="0">
                        <a:effectLst/>
                        <a:latin typeface="Calibri" panose="020F0502020204030204" pitchFamily="34" charset="0"/>
                        <a:ea typeface="Calibri" panose="020F0502020204030204" pitchFamily="34" charset="0"/>
                        <a:cs typeface="Arial" panose="020B0604020202020204" pitchFamily="34" charset="0"/>
                      </a:endParaRPr>
                    </a:p>
                  </a:txBody>
                  <a:tcPr marL="63723" marR="63723" marT="0" marB="0"/>
                </a:tc>
                <a:tc>
                  <a:txBody>
                    <a:bodyPr/>
                    <a:lstStyle/>
                    <a:p>
                      <a:pPr marL="0" marR="0" algn="ctr">
                        <a:lnSpc>
                          <a:spcPct val="115000"/>
                        </a:lnSpc>
                        <a:spcBef>
                          <a:spcPts val="0"/>
                        </a:spcBef>
                        <a:spcAft>
                          <a:spcPts val="0"/>
                        </a:spcAft>
                        <a:tabLst>
                          <a:tab pos="1550035" algn="l"/>
                        </a:tabLst>
                      </a:pPr>
                      <a:r>
                        <a:rPr lang="en-US" sz="1200" b="1" dirty="0">
                          <a:effectLst/>
                          <a:latin typeface="Calibri" panose="020F0502020204030204" pitchFamily="34" charset="0"/>
                          <a:ea typeface="Calibri" panose="020F0502020204030204" pitchFamily="34" charset="0"/>
                          <a:cs typeface="Arial" panose="020B0604020202020204" pitchFamily="34" charset="0"/>
                        </a:rPr>
                        <a:t>Develop a server contingency</a:t>
                      </a:r>
                    </a:p>
                    <a:p>
                      <a:pPr marL="0" marR="0" algn="ctr">
                        <a:lnSpc>
                          <a:spcPct val="115000"/>
                        </a:lnSpc>
                        <a:spcBef>
                          <a:spcPts val="0"/>
                        </a:spcBef>
                        <a:spcAft>
                          <a:spcPts val="0"/>
                        </a:spcAft>
                        <a:tabLst>
                          <a:tab pos="1550035" algn="l"/>
                        </a:tabLst>
                      </a:pPr>
                      <a:r>
                        <a:rPr lang="en-US" sz="1200" b="1" dirty="0">
                          <a:effectLst/>
                          <a:latin typeface="Calibri" panose="020F0502020204030204" pitchFamily="34" charset="0"/>
                          <a:ea typeface="Calibri" panose="020F0502020204030204" pitchFamily="34" charset="0"/>
                          <a:cs typeface="Arial" panose="020B0604020202020204" pitchFamily="34" charset="0"/>
                        </a:rPr>
                        <a:t>plan</a:t>
                      </a:r>
                    </a:p>
                  </a:txBody>
                  <a:tcPr marL="63723" marR="63723" marT="0" marB="0"/>
                </a:tc>
                <a:extLst>
                  <a:ext uri="{0D108BD9-81ED-4DB2-BD59-A6C34878D82A}">
                    <a16:rowId xmlns:a16="http://schemas.microsoft.com/office/drawing/2014/main" val="3446533481"/>
                  </a:ext>
                </a:extLst>
              </a:tr>
            </a:tbl>
          </a:graphicData>
        </a:graphic>
      </p:graphicFrame>
    </p:spTree>
    <p:extLst>
      <p:ext uri="{BB962C8B-B14F-4D97-AF65-F5344CB8AC3E}">
        <p14:creationId xmlns:p14="http://schemas.microsoft.com/office/powerpoint/2010/main" val="2594455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184393-D797-460B-978F-8DAA958A2B9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7" name="文本框 16"/>
          <p:cNvSpPr txBox="1"/>
          <p:nvPr/>
        </p:nvSpPr>
        <p:spPr>
          <a:xfrm>
            <a:off x="-27809" y="3886257"/>
            <a:ext cx="9144000" cy="838689"/>
          </a:xfrm>
          <a:prstGeom prst="rect">
            <a:avLst/>
          </a:prstGeom>
          <a:noFill/>
          <a:ln>
            <a:noFill/>
          </a:ln>
          <a:effectLst>
            <a:outerShdw blurRad="50800" dist="38100" dir="8100000" algn="tr" rotWithShape="0">
              <a:prstClr val="black">
                <a:alpha val="40000"/>
              </a:prstClr>
            </a:outerShdw>
          </a:effectLst>
        </p:spPr>
        <p:txBody>
          <a:bodyPr wrap="square" lIns="68562" tIns="34289" rIns="68562" bIns="34289" rtlCol="0">
            <a:spAutoFit/>
          </a:bodyPr>
          <a:lstStyle/>
          <a:p>
            <a:pPr algn="ctr" defTabSz="685596"/>
            <a:r>
              <a:rPr lang="en-US" altLang="zh-CN" sz="5000" dirty="0">
                <a:solidFill>
                  <a:srgbClr val="C0504D"/>
                </a:solidFill>
                <a:latin typeface="Segoe Print" panose="02000600000000000000" pitchFamily="2" charset="0"/>
                <a:ea typeface="SimSun" panose="02010600030101010101" pitchFamily="2" charset="-122"/>
                <a:cs typeface="Segoe UI Semibold" panose="020B0702040204020203" pitchFamily="34" charset="0"/>
              </a:rPr>
              <a:t>..Thank you..</a:t>
            </a:r>
          </a:p>
        </p:txBody>
      </p:sp>
      <p:sp>
        <p:nvSpPr>
          <p:cNvPr id="4" name="Title 1">
            <a:extLst>
              <a:ext uri="{FF2B5EF4-FFF2-40B4-BE49-F238E27FC236}">
                <a16:creationId xmlns:a16="http://schemas.microsoft.com/office/drawing/2014/main" id="{74F51F4E-82C5-464B-B725-564FB9E3F2C8}"/>
              </a:ext>
            </a:extLst>
          </p:cNvPr>
          <p:cNvSpPr txBox="1">
            <a:spLocks/>
          </p:cNvSpPr>
          <p:nvPr/>
        </p:nvSpPr>
        <p:spPr>
          <a:xfrm>
            <a:off x="-27808" y="2266340"/>
            <a:ext cx="9143999" cy="911038"/>
          </a:xfrm>
          <a:prstGeom prst="rect">
            <a:avLst/>
          </a:prstGeom>
        </p:spPr>
        <p:txBody>
          <a:bodyPr vert="horz" lIns="68564" tIns="34289" rIns="68564" bIns="34289" rtlCol="0" anchor="b">
            <a:normAutofit fontScale="85000" lnSpcReduction="20000"/>
          </a:bodyPr>
          <a:lstStyle>
            <a:lvl1pPr algn="ctr" defTabSz="685613" rtl="0" eaLnBrk="1" latinLnBrk="0" hangingPunct="1">
              <a:lnSpc>
                <a:spcPct val="90000"/>
              </a:lnSpc>
              <a:spcBef>
                <a:spcPct val="0"/>
              </a:spcBef>
              <a:buNone/>
              <a:defRPr sz="4500" kern="1200">
                <a:solidFill>
                  <a:schemeClr val="tx1"/>
                </a:solidFill>
                <a:latin typeface="+mj-lt"/>
                <a:ea typeface="微软雅黑 Light" panose="020B0502040204020203" pitchFamily="34" charset="-122"/>
                <a:cs typeface="+mj-cs"/>
              </a:defRPr>
            </a:lvl1pPr>
          </a:lstStyle>
          <a:p>
            <a:r>
              <a:rPr lang="en-US" sz="2000" b="1" u="sng"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Team members</a:t>
            </a:r>
          </a:p>
          <a:p>
            <a:endParaRPr lang="en-US" sz="2000" b="1" u="sng"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 Mostafa Mohamed Ahmed - Mahmoud Ayman Hashim –</a:t>
            </a:r>
          </a:p>
          <a:p>
            <a:endPar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 Mahmoud Ali </a:t>
            </a:r>
            <a:r>
              <a:rPr lang="en-US" sz="1700" b="1" dirty="0">
                <a:solidFill>
                  <a:srgbClr val="C0504D"/>
                </a:solidFill>
                <a:latin typeface="Times New Roman" panose="02020603050405020304" pitchFamily="18" charset="0"/>
                <a:ea typeface="Calibri" panose="020F0502020204030204" pitchFamily="34" charset="0"/>
                <a:cs typeface="Times New Roman" panose="02020603050405020304" pitchFamily="18" charset="0"/>
              </a:rPr>
              <a:t>A</a:t>
            </a:r>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bd </a:t>
            </a:r>
            <a:r>
              <a:rPr lang="en-US" sz="1800" b="1" dirty="0" err="1">
                <a:solidFill>
                  <a:srgbClr val="C0504D"/>
                </a:solidFill>
                <a:effectLst/>
                <a:latin typeface="Times New Roman" panose="02020603050405020304" pitchFamily="18" charset="0"/>
                <a:ea typeface="Calibri" panose="020F0502020204030204" pitchFamily="34" charset="0"/>
              </a:rPr>
              <a:t>Elftah</a:t>
            </a:r>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  - Yasmeen Khaled </a:t>
            </a:r>
            <a:r>
              <a:rPr lang="en-US" sz="1800" b="1" dirty="0">
                <a:solidFill>
                  <a:srgbClr val="C0504D"/>
                </a:solidFill>
                <a:effectLst/>
                <a:latin typeface="Times New Roman" panose="02020603050405020304" pitchFamily="18" charset="0"/>
                <a:ea typeface="Calibri" panose="020F0502020204030204" pitchFamily="34" charset="0"/>
                <a:cs typeface="Times New Roman" panose="02020603050405020304" pitchFamily="18" charset="0"/>
              </a:rPr>
              <a:t>Farhan</a:t>
            </a:r>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 - Mariam Alaa </a:t>
            </a:r>
            <a:r>
              <a:rPr lang="en-US" sz="1800" b="1" dirty="0">
                <a:solidFill>
                  <a:srgbClr val="C0504D"/>
                </a:solidFill>
                <a:effectLst/>
                <a:latin typeface="Times New Roman" panose="02020603050405020304" pitchFamily="18" charset="0"/>
                <a:ea typeface="Calibri" panose="020F0502020204030204" pitchFamily="34" charset="0"/>
              </a:rPr>
              <a:t>El-Din</a:t>
            </a:r>
            <a:r>
              <a:rPr kumimoji="0" lang="en-US" sz="1700" b="1" i="0" u="none" strike="noStrike" kern="1200" cap="none" spc="0" normalizeH="0" baseline="0" noProof="0" dirty="0">
                <a:ln>
                  <a:noFill/>
                </a:ln>
                <a:solidFill>
                  <a:srgbClr val="C0504D"/>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endParaRPr lang="en-US" sz="1700" b="1" u="sng" dirty="0">
              <a:solidFill>
                <a:srgbClr val="C0504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8CD9CBF-2FA0-4A12-8277-48E6A2F4ED6A}"/>
              </a:ext>
            </a:extLst>
          </p:cNvPr>
          <p:cNvSpPr txBox="1"/>
          <p:nvPr/>
        </p:nvSpPr>
        <p:spPr>
          <a:xfrm>
            <a:off x="1" y="371431"/>
            <a:ext cx="9144000" cy="766685"/>
          </a:xfrm>
          <a:prstGeom prst="rect">
            <a:avLst/>
          </a:prstGeom>
          <a:noFill/>
        </p:spPr>
        <p:txBody>
          <a:bodyPr wrap="square">
            <a:spAutoFit/>
          </a:bodyPr>
          <a:lstStyle/>
          <a:p>
            <a:pPr marL="0" marR="0">
              <a:lnSpc>
                <a:spcPct val="115000"/>
              </a:lnSpc>
              <a:spcBef>
                <a:spcPts val="0"/>
              </a:spcBef>
              <a:spcAft>
                <a:spcPts val="1000"/>
              </a:spcAft>
            </a:pPr>
            <a:r>
              <a:rPr lang="en-US" sz="14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t>Under supervision of</a:t>
            </a:r>
            <a:endParaRPr lang="en-US" sz="1000" dirty="0">
              <a:solidFill>
                <a:srgbClr val="C0504D"/>
              </a:solidFill>
              <a:effectLst/>
              <a:latin typeface="Calibri" panose="020F0502020204030204" pitchFamily="34" charset="0"/>
              <a:ea typeface="Calibri" panose="020F0502020204030204" pitchFamily="34" charset="0"/>
              <a:cs typeface="Arial" panose="020B0604020202020204" pitchFamily="34" charset="0"/>
            </a:endParaRPr>
          </a:p>
          <a:p>
            <a:pPr marL="0" marR="0">
              <a:lnSpc>
                <a:spcPct val="115000"/>
              </a:lnSpc>
              <a:spcBef>
                <a:spcPts val="0"/>
              </a:spcBef>
              <a:spcAft>
                <a:spcPts val="1000"/>
              </a:spcAft>
            </a:pPr>
            <a:r>
              <a:rPr lang="en-US" sz="1800" b="1" dirty="0">
                <a:solidFill>
                  <a:srgbClr val="C0504D"/>
                </a:solidFill>
                <a:effectLst/>
                <a:latin typeface="Times New Roman" panose="02020603050405020304" pitchFamily="18" charset="0"/>
                <a:ea typeface="Calibri" panose="020F0502020204030204" pitchFamily="34" charset="0"/>
                <a:cs typeface="Arial" panose="020B0604020202020204" pitchFamily="34" charset="0"/>
              </a:rPr>
              <a:t>		Ibrahim El-</a:t>
            </a:r>
            <a:r>
              <a:rPr lang="en-US" sz="1800" b="1" dirty="0" err="1">
                <a:solidFill>
                  <a:srgbClr val="C0504D"/>
                </a:solidFill>
                <a:effectLst/>
                <a:latin typeface="Times New Roman" panose="02020603050405020304" pitchFamily="18" charset="0"/>
                <a:ea typeface="Calibri" panose="020F0502020204030204" pitchFamily="34" charset="0"/>
                <a:cs typeface="Arial" panose="020B0604020202020204" pitchFamily="34" charset="0"/>
              </a:rPr>
              <a:t>Semman</a:t>
            </a:r>
            <a:endParaRPr lang="en-US" sz="1000" dirty="0">
              <a:solidFill>
                <a:srgbClr val="C0504D"/>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413169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1434</Words>
  <Application>Microsoft Office PowerPoint</Application>
  <PresentationFormat>On-screen Show (16:9)</PresentationFormat>
  <Paragraphs>734</Paragraphs>
  <Slides>20</Slides>
  <Notes>2</Notes>
  <HiddenSlides>0</HiddenSlides>
  <MMClips>0</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20</vt:i4>
      </vt:variant>
    </vt:vector>
  </HeadingPairs>
  <TitlesOfParts>
    <vt:vector size="39" baseType="lpstr">
      <vt:lpstr>Arial</vt:lpstr>
      <vt:lpstr>Calibri</vt:lpstr>
      <vt:lpstr>Calibri (Body)</vt:lpstr>
      <vt:lpstr>Calibri Light</vt:lpstr>
      <vt:lpstr>Forte</vt:lpstr>
      <vt:lpstr>Segoe Print</vt:lpstr>
      <vt:lpstr>Symbol</vt:lpstr>
      <vt:lpstr>Times New Roman</vt:lpstr>
      <vt:lpstr>Times New Roman MT Bold</vt:lpstr>
      <vt:lpstr>Wingdings</vt:lpstr>
      <vt:lpstr>2_Office 主题</vt:lpstr>
      <vt:lpstr>8_Office 主题</vt:lpstr>
      <vt:lpstr>10_Office 主题</vt:lpstr>
      <vt:lpstr>Office Theme</vt:lpstr>
      <vt:lpstr>1_Office Theme</vt:lpstr>
      <vt:lpstr>2_Office Theme</vt:lpstr>
      <vt:lpstr>3_Office Theme</vt:lpstr>
      <vt:lpstr>4_Office Theme</vt:lpstr>
      <vt:lpstr>5_Office 主题</vt:lpstr>
      <vt:lpstr>PowerPoint Presentation</vt:lpstr>
      <vt:lpstr>PowerPoint Presentation</vt:lpstr>
      <vt:lpstr>Project Charter </vt:lpstr>
      <vt:lpstr>1- Objectives:</vt:lpstr>
      <vt:lpstr>2- Deliverables:</vt:lpstr>
      <vt:lpstr>3- Milestones:</vt:lpstr>
      <vt:lpstr>Project resources</vt:lpstr>
      <vt:lpstr>PowerPoint Presentation</vt:lpstr>
      <vt:lpstr>PowerPoint Presentation</vt:lpstr>
      <vt:lpstr>PowerPoint Presentation</vt:lpstr>
      <vt:lpstr>WBS Dictionary</vt:lpstr>
      <vt:lpstr>Responsibility matrix :</vt:lpstr>
      <vt:lpstr>PowerPoint Presentation</vt:lpstr>
      <vt:lpstr>PowerPoint Presentation</vt:lpstr>
      <vt:lpstr>Resource constrained</vt:lpstr>
      <vt:lpstr>PowerPoint Presentation</vt:lpstr>
      <vt:lpstr>PowerPoint Presentation</vt:lpstr>
      <vt:lpstr>  Commutative Budget  Baseline </vt:lpstr>
      <vt:lpstr>Risk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2022-01-04T13:01:32Z</dcterms:modified>
</cp:coreProperties>
</file>